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8288000" cy="10287000"/>
  <p:notesSz cx="6858000" cy="9144000"/>
  <p:embeddedFontLst>
    <p:embeddedFont>
      <p:font typeface="ITC Avant Garde Gothic" charset="1" panose="020B0502020202020204"/>
      <p:regular r:id="rId41"/>
    </p:embeddedFont>
    <p:embeddedFont>
      <p:font typeface="TT Fors" charset="1" panose="020B0003030001020000"/>
      <p:regular r:id="rId42"/>
    </p:embeddedFont>
    <p:embeddedFont>
      <p:font typeface="TT Fors Bold" charset="1" panose="020B0003030001020000"/>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grpSp>
        <p:nvGrpSpPr>
          <p:cNvPr name="Group 2" id="2"/>
          <p:cNvGrpSpPr/>
          <p:nvPr/>
        </p:nvGrpSpPr>
        <p:grpSpPr>
          <a:xfrm rot="0">
            <a:off x="11877675" y="0"/>
            <a:ext cx="6419850" cy="10287000"/>
            <a:chOff x="0" y="0"/>
            <a:chExt cx="994603" cy="1593725"/>
          </a:xfrm>
        </p:grpSpPr>
        <p:sp>
          <p:nvSpPr>
            <p:cNvPr name="Freeform 3" id="3"/>
            <p:cNvSpPr/>
            <p:nvPr/>
          </p:nvSpPr>
          <p:spPr>
            <a:xfrm flipH="false" flipV="false" rot="0">
              <a:off x="0" y="0"/>
              <a:ext cx="994603" cy="1593725"/>
            </a:xfrm>
            <a:custGeom>
              <a:avLst/>
              <a:gdLst/>
              <a:ahLst/>
              <a:cxnLst/>
              <a:rect r="r" b="b" t="t" l="l"/>
              <a:pathLst>
                <a:path h="1593725" w="994603">
                  <a:moveTo>
                    <a:pt x="0" y="0"/>
                  </a:moveTo>
                  <a:lnTo>
                    <a:pt x="994603" y="0"/>
                  </a:lnTo>
                  <a:lnTo>
                    <a:pt x="994603" y="1593725"/>
                  </a:lnTo>
                  <a:lnTo>
                    <a:pt x="0" y="1593725"/>
                  </a:lnTo>
                  <a:close/>
                </a:path>
              </a:pathLst>
            </a:custGeom>
            <a:blipFill>
              <a:blip r:embed="rId2"/>
              <a:stretch>
                <a:fillRect l="0" t="-126" r="0" b="-126"/>
              </a:stretch>
            </a:blipFill>
          </p:spPr>
        </p:sp>
      </p:grpSp>
      <p:grpSp>
        <p:nvGrpSpPr>
          <p:cNvPr name="Group 4" id="4"/>
          <p:cNvGrpSpPr/>
          <p:nvPr/>
        </p:nvGrpSpPr>
        <p:grpSpPr>
          <a:xfrm rot="0">
            <a:off x="666750" y="666750"/>
            <a:ext cx="10706100" cy="3682999"/>
            <a:chOff x="0" y="0"/>
            <a:chExt cx="14274800" cy="4910666"/>
          </a:xfrm>
        </p:grpSpPr>
        <p:sp>
          <p:nvSpPr>
            <p:cNvPr name="TextBox 5" id="5"/>
            <p:cNvSpPr txBox="true"/>
            <p:nvPr/>
          </p:nvSpPr>
          <p:spPr>
            <a:xfrm rot="0">
              <a:off x="0" y="1184275"/>
              <a:ext cx="14274800" cy="3726391"/>
            </a:xfrm>
            <a:prstGeom prst="rect">
              <a:avLst/>
            </a:prstGeom>
          </p:spPr>
          <p:txBody>
            <a:bodyPr anchor="t" rtlCol="false" tIns="0" lIns="0" bIns="0" rIns="0">
              <a:spAutoFit/>
            </a:bodyPr>
            <a:lstStyle/>
            <a:p>
              <a:pPr algn="l">
                <a:lnSpc>
                  <a:spcPts val="9999"/>
                </a:lnSpc>
              </a:pPr>
              <a:r>
                <a:rPr lang="en-US" sz="9999" spc="-299">
                  <a:solidFill>
                    <a:srgbClr val="F7F0D9"/>
                  </a:solidFill>
                  <a:latin typeface="ITC Avant Garde Gothic"/>
                  <a:ea typeface="ITC Avant Garde Gothic"/>
                  <a:cs typeface="ITC Avant Garde Gothic"/>
                  <a:sym typeface="ITC Avant Garde Gothic"/>
                </a:rPr>
                <a:t>Smart </a:t>
              </a:r>
            </a:p>
            <a:p>
              <a:pPr algn="l" marL="0" indent="0" lvl="0">
                <a:lnSpc>
                  <a:spcPts val="9999"/>
                </a:lnSpc>
              </a:pPr>
              <a:r>
                <a:rPr lang="en-US" sz="9999" spc="-299">
                  <a:solidFill>
                    <a:srgbClr val="F7F0D9"/>
                  </a:solidFill>
                  <a:latin typeface="ITC Avant Garde Gothic"/>
                  <a:ea typeface="ITC Avant Garde Gothic"/>
                  <a:cs typeface="ITC Avant Garde Gothic"/>
                  <a:sym typeface="ITC Avant Garde Gothic"/>
                </a:rPr>
                <a:t>Egyptian League Simulation</a:t>
              </a:r>
            </a:p>
          </p:txBody>
        </p:sp>
        <p:sp>
          <p:nvSpPr>
            <p:cNvPr name="TextBox 6" id="6"/>
            <p:cNvSpPr txBox="true"/>
            <p:nvPr/>
          </p:nvSpPr>
          <p:spPr>
            <a:xfrm rot="0">
              <a:off x="0" y="-104775"/>
              <a:ext cx="13017500" cy="626322"/>
            </a:xfrm>
            <a:prstGeom prst="rect">
              <a:avLst/>
            </a:prstGeom>
          </p:spPr>
          <p:txBody>
            <a:bodyPr anchor="t" rtlCol="false" tIns="0" lIns="0" bIns="0" rIns="0">
              <a:spAutoFit/>
            </a:bodyPr>
            <a:lstStyle/>
            <a:p>
              <a:pPr algn="l" marL="0" indent="0" lvl="0">
                <a:lnSpc>
                  <a:spcPts val="3640"/>
                </a:lnSpc>
                <a:spcBef>
                  <a:spcPct val="0"/>
                </a:spcBef>
              </a:pPr>
            </a:p>
          </p:txBody>
        </p:sp>
      </p:grpSp>
      <p:sp>
        <p:nvSpPr>
          <p:cNvPr name="TextBox 7" id="7"/>
          <p:cNvSpPr txBox="true"/>
          <p:nvPr/>
        </p:nvSpPr>
        <p:spPr>
          <a:xfrm rot="0">
            <a:off x="666750" y="6154405"/>
            <a:ext cx="5548312" cy="3467100"/>
          </a:xfrm>
          <a:prstGeom prst="rect">
            <a:avLst/>
          </a:prstGeom>
        </p:spPr>
        <p:txBody>
          <a:bodyPr anchor="t" rtlCol="false" tIns="0" lIns="0" bIns="0" rIns="0">
            <a:spAutoFit/>
          </a:bodyPr>
          <a:lstStyle/>
          <a:p>
            <a:pPr algn="l">
              <a:lnSpc>
                <a:spcPts val="3839"/>
              </a:lnSpc>
              <a:spcBef>
                <a:spcPct val="0"/>
              </a:spcBef>
            </a:pPr>
            <a:r>
              <a:rPr lang="en-US" sz="3199" spc="-95">
                <a:solidFill>
                  <a:srgbClr val="F7F0D9"/>
                </a:solidFill>
                <a:latin typeface="ITC Avant Garde Gothic"/>
                <a:ea typeface="ITC Avant Garde Gothic"/>
                <a:cs typeface="ITC Avant Garde Gothic"/>
                <a:sym typeface="ITC Avant Garde Gothic"/>
              </a:rPr>
              <a:t>by:</a:t>
            </a:r>
          </a:p>
          <a:p>
            <a:pPr algn="l">
              <a:lnSpc>
                <a:spcPts val="3839"/>
              </a:lnSpc>
              <a:spcBef>
                <a:spcPct val="0"/>
              </a:spcBef>
            </a:pPr>
            <a:r>
              <a:rPr lang="en-US" sz="3199" spc="-95">
                <a:solidFill>
                  <a:srgbClr val="F7F0D9"/>
                </a:solidFill>
                <a:latin typeface="ITC Avant Garde Gothic"/>
                <a:ea typeface="ITC Avant Garde Gothic"/>
                <a:cs typeface="ITC Avant Garde Gothic"/>
                <a:sym typeface="ITC Avant Garde Gothic"/>
              </a:rPr>
              <a:t>• Khaled Wael</a:t>
            </a:r>
          </a:p>
          <a:p>
            <a:pPr algn="l">
              <a:lnSpc>
                <a:spcPts val="3839"/>
              </a:lnSpc>
              <a:spcBef>
                <a:spcPct val="0"/>
              </a:spcBef>
            </a:pPr>
            <a:r>
              <a:rPr lang="en-US" sz="3199" spc="-95">
                <a:solidFill>
                  <a:srgbClr val="F7F0D9"/>
                </a:solidFill>
                <a:latin typeface="ITC Avant Garde Gothic"/>
                <a:ea typeface="ITC Avant Garde Gothic"/>
                <a:cs typeface="ITC Avant Garde Gothic"/>
                <a:sym typeface="ITC Avant Garde Gothic"/>
              </a:rPr>
              <a:t>• Khaled Mohamed Mousa </a:t>
            </a:r>
          </a:p>
          <a:p>
            <a:pPr algn="l">
              <a:lnSpc>
                <a:spcPts val="3839"/>
              </a:lnSpc>
              <a:spcBef>
                <a:spcPct val="0"/>
              </a:spcBef>
            </a:pPr>
            <a:r>
              <a:rPr lang="en-US" sz="3199" spc="-95">
                <a:solidFill>
                  <a:srgbClr val="F7F0D9"/>
                </a:solidFill>
                <a:latin typeface="ITC Avant Garde Gothic"/>
                <a:ea typeface="ITC Avant Garde Gothic"/>
                <a:cs typeface="ITC Avant Garde Gothic"/>
                <a:sym typeface="ITC Avant Garde Gothic"/>
              </a:rPr>
              <a:t>• Khaled Gamal Ebrahim</a:t>
            </a:r>
          </a:p>
          <a:p>
            <a:pPr algn="l">
              <a:lnSpc>
                <a:spcPts val="3839"/>
              </a:lnSpc>
              <a:spcBef>
                <a:spcPct val="0"/>
              </a:spcBef>
            </a:pPr>
            <a:r>
              <a:rPr lang="en-US" sz="3199" spc="-95">
                <a:solidFill>
                  <a:srgbClr val="F7F0D9"/>
                </a:solidFill>
                <a:latin typeface="ITC Avant Garde Gothic"/>
                <a:ea typeface="ITC Avant Garde Gothic"/>
                <a:cs typeface="ITC Avant Garde Gothic"/>
                <a:sym typeface="ITC Avant Garde Gothic"/>
              </a:rPr>
              <a:t>• Khaled Gamal Mamon </a:t>
            </a:r>
          </a:p>
          <a:p>
            <a:pPr algn="l">
              <a:lnSpc>
                <a:spcPts val="3839"/>
              </a:lnSpc>
              <a:spcBef>
                <a:spcPct val="0"/>
              </a:spcBef>
            </a:pPr>
            <a:r>
              <a:rPr lang="en-US" sz="3199" spc="-95">
                <a:solidFill>
                  <a:srgbClr val="F7F0D9"/>
                </a:solidFill>
                <a:latin typeface="ITC Avant Garde Gothic"/>
                <a:ea typeface="ITC Avant Garde Gothic"/>
                <a:cs typeface="ITC Avant Garde Gothic"/>
                <a:sym typeface="ITC Avant Garde Gothic"/>
              </a:rPr>
              <a:t>• Khaled Elnaqib</a:t>
            </a:r>
          </a:p>
          <a:p>
            <a:pPr algn="l">
              <a:lnSpc>
                <a:spcPts val="3839"/>
              </a:lnSpc>
              <a:spcBef>
                <a:spcPct val="0"/>
              </a:spcBef>
            </a:pPr>
            <a:r>
              <a:rPr lang="en-US" sz="3199" spc="-95">
                <a:solidFill>
                  <a:srgbClr val="F7F0D9"/>
                </a:solidFill>
                <a:latin typeface="ITC Avant Garde Gothic"/>
                <a:ea typeface="ITC Avant Garde Gothic"/>
                <a:cs typeface="ITC Avant Garde Gothic"/>
                <a:sym typeface="ITC Avant Garde Gothic"/>
              </a:rPr>
              <a:t>• Eslam Samy Eldewany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0D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874723" cy="6803499"/>
            <a:chOff x="0" y="0"/>
            <a:chExt cx="22499630" cy="9071332"/>
          </a:xfrm>
        </p:grpSpPr>
        <p:sp>
          <p:nvSpPr>
            <p:cNvPr name="TextBox 3" id="3"/>
            <p:cNvSpPr txBox="true"/>
            <p:nvPr/>
          </p:nvSpPr>
          <p:spPr>
            <a:xfrm rot="0">
              <a:off x="0" y="0"/>
              <a:ext cx="19682454" cy="2131151"/>
            </a:xfrm>
            <a:prstGeom prst="rect">
              <a:avLst/>
            </a:prstGeom>
          </p:spPr>
          <p:txBody>
            <a:bodyPr anchor="t" rtlCol="false" tIns="0" lIns="0" bIns="0" rIns="0">
              <a:spAutoFit/>
            </a:bodyPr>
            <a:lstStyle/>
            <a:p>
              <a:pPr algn="l" marL="0" indent="0" lvl="0">
                <a:lnSpc>
                  <a:spcPts val="10542"/>
                </a:lnSpc>
                <a:spcBef>
                  <a:spcPct val="0"/>
                </a:spcBef>
              </a:pPr>
              <a:r>
                <a:rPr lang="en-US" sz="10542" spc="-316" strike="noStrike" u="none">
                  <a:solidFill>
                    <a:srgbClr val="0A2E4D"/>
                  </a:solidFill>
                  <a:latin typeface="ITC Avant Garde Gothic"/>
                  <a:ea typeface="ITC Avant Garde Gothic"/>
                  <a:cs typeface="ITC Avant Garde Gothic"/>
                  <a:sym typeface="ITC Avant Garde Gothic"/>
                </a:rPr>
                <a:t>Introduction</a:t>
              </a:r>
            </a:p>
          </p:txBody>
        </p:sp>
        <p:sp>
          <p:nvSpPr>
            <p:cNvPr name="TextBox 4" id="4"/>
            <p:cNvSpPr txBox="true"/>
            <p:nvPr/>
          </p:nvSpPr>
          <p:spPr>
            <a:xfrm rot="0">
              <a:off x="0" y="3105841"/>
              <a:ext cx="22499630" cy="5965491"/>
            </a:xfrm>
            <a:prstGeom prst="rect">
              <a:avLst/>
            </a:prstGeom>
          </p:spPr>
          <p:txBody>
            <a:bodyPr anchor="t" rtlCol="false" tIns="0" lIns="0" bIns="0" rIns="0">
              <a:spAutoFit/>
            </a:bodyPr>
            <a:lstStyle/>
            <a:p>
              <a:pPr algn="l" marL="0" indent="0" lvl="0">
                <a:lnSpc>
                  <a:spcPts val="5959"/>
                </a:lnSpc>
              </a:pPr>
              <a:r>
                <a:rPr lang="en-US" sz="4256">
                  <a:solidFill>
                    <a:srgbClr val="0A2E4D"/>
                  </a:solidFill>
                  <a:latin typeface="TT Fors"/>
                  <a:ea typeface="TT Fors"/>
                  <a:cs typeface="TT Fors"/>
                  <a:sym typeface="TT Fors"/>
                </a:rPr>
                <a:t>A dynamic</a:t>
              </a:r>
              <a:r>
                <a:rPr lang="en-US" sz="4256">
                  <a:solidFill>
                    <a:srgbClr val="0A2E4D"/>
                  </a:solidFill>
                  <a:latin typeface="TT Fors"/>
                  <a:ea typeface="TT Fors"/>
                  <a:cs typeface="TT Fors"/>
                  <a:sym typeface="TT Fors"/>
                </a:rPr>
                <a:t> web platform that simulates the Egyptian Premier League using automated algorithms to schedule matches, generate results, and update team standings in real time. Users can select their favorite team and play through an interactive mini-game, while the system simulates the remaining fixtures automatically.</a:t>
              </a:r>
            </a:p>
          </p:txBody>
        </p:sp>
      </p:grpSp>
      <p:grpSp>
        <p:nvGrpSpPr>
          <p:cNvPr name="Group 5" id="5"/>
          <p:cNvGrpSpPr/>
          <p:nvPr/>
        </p:nvGrpSpPr>
        <p:grpSpPr>
          <a:xfrm rot="0">
            <a:off x="14744700" y="7829550"/>
            <a:ext cx="4846643" cy="1791955"/>
            <a:chOff x="0" y="0"/>
            <a:chExt cx="6462190" cy="2389273"/>
          </a:xfrm>
        </p:grpSpPr>
        <p:sp>
          <p:nvSpPr>
            <p:cNvPr name="Freeform 6" id="6"/>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0D9"/>
        </a:solidFill>
      </p:bgPr>
    </p:bg>
    <p:spTree>
      <p:nvGrpSpPr>
        <p:cNvPr id="1" name=""/>
        <p:cNvGrpSpPr/>
        <p:nvPr/>
      </p:nvGrpSpPr>
      <p:grpSpPr>
        <a:xfrm>
          <a:off x="0" y="0"/>
          <a:ext cx="0" cy="0"/>
          <a:chOff x="0" y="0"/>
          <a:chExt cx="0" cy="0"/>
        </a:xfrm>
      </p:grpSpPr>
      <p:grpSp>
        <p:nvGrpSpPr>
          <p:cNvPr name="Group 2" id="2"/>
          <p:cNvGrpSpPr/>
          <p:nvPr/>
        </p:nvGrpSpPr>
        <p:grpSpPr>
          <a:xfrm rot="0">
            <a:off x="10734675" y="0"/>
            <a:ext cx="7553325" cy="10287000"/>
            <a:chOff x="0" y="0"/>
            <a:chExt cx="1170208" cy="1593725"/>
          </a:xfrm>
        </p:grpSpPr>
        <p:sp>
          <p:nvSpPr>
            <p:cNvPr name="Freeform 3" id="3"/>
            <p:cNvSpPr/>
            <p:nvPr/>
          </p:nvSpPr>
          <p:spPr>
            <a:xfrm flipH="false" flipV="false" rot="0">
              <a:off x="0" y="0"/>
              <a:ext cx="1170208" cy="1593725"/>
            </a:xfrm>
            <a:custGeom>
              <a:avLst/>
              <a:gdLst/>
              <a:ahLst/>
              <a:cxnLst/>
              <a:rect r="r" b="b" t="t" l="l"/>
              <a:pathLst>
                <a:path h="1593725" w="1170208">
                  <a:moveTo>
                    <a:pt x="0" y="0"/>
                  </a:moveTo>
                  <a:lnTo>
                    <a:pt x="1170208" y="0"/>
                  </a:lnTo>
                  <a:lnTo>
                    <a:pt x="1170208" y="1593725"/>
                  </a:lnTo>
                  <a:lnTo>
                    <a:pt x="0" y="1593725"/>
                  </a:lnTo>
                  <a:close/>
                </a:path>
              </a:pathLst>
            </a:custGeom>
            <a:blipFill>
              <a:blip r:embed="rId2"/>
              <a:stretch>
                <a:fillRect l="0" t="-1891" r="0" b="-1891"/>
              </a:stretch>
            </a:blipFill>
          </p:spPr>
        </p:sp>
      </p:grpSp>
      <p:grpSp>
        <p:nvGrpSpPr>
          <p:cNvPr name="Group 4" id="4"/>
          <p:cNvGrpSpPr/>
          <p:nvPr/>
        </p:nvGrpSpPr>
        <p:grpSpPr>
          <a:xfrm rot="0">
            <a:off x="666750" y="666750"/>
            <a:ext cx="8324850" cy="6947340"/>
            <a:chOff x="0" y="0"/>
            <a:chExt cx="11099800" cy="9263120"/>
          </a:xfrm>
        </p:grpSpPr>
        <p:sp>
          <p:nvSpPr>
            <p:cNvPr name="TextBox 5" id="5"/>
            <p:cNvSpPr txBox="true"/>
            <p:nvPr/>
          </p:nvSpPr>
          <p:spPr>
            <a:xfrm rot="0">
              <a:off x="0" y="-9525"/>
              <a:ext cx="11099800" cy="4319059"/>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0A2E4D"/>
                  </a:solidFill>
                  <a:latin typeface="ITC Avant Garde Gothic"/>
                  <a:ea typeface="ITC Avant Garde Gothic"/>
                  <a:cs typeface="ITC Avant Garde Gothic"/>
                  <a:sym typeface="ITC Avant Garde Gothic"/>
                </a:rPr>
                <a:t>Func</a:t>
              </a:r>
              <a:r>
                <a:rPr lang="en-US" sz="8000" spc="-240" strike="noStrike" u="none">
                  <a:solidFill>
                    <a:srgbClr val="0A2E4D"/>
                  </a:solidFill>
                  <a:latin typeface="ITC Avant Garde Gothic"/>
                  <a:ea typeface="ITC Avant Garde Gothic"/>
                  <a:cs typeface="ITC Avant Garde Gothic"/>
                  <a:sym typeface="ITC Avant Garde Gothic"/>
                </a:rPr>
                <a:t>t</a:t>
              </a:r>
              <a:r>
                <a:rPr lang="en-US" sz="8000" spc="-240" strike="noStrike" u="none">
                  <a:solidFill>
                    <a:srgbClr val="0A2E4D"/>
                  </a:solidFill>
                  <a:latin typeface="ITC Avant Garde Gothic"/>
                  <a:ea typeface="ITC Avant Garde Gothic"/>
                  <a:cs typeface="ITC Avant Garde Gothic"/>
                  <a:sym typeface="ITC Avant Garde Gothic"/>
                </a:rPr>
                <a:t>ional</a:t>
              </a:r>
              <a:r>
                <a:rPr lang="en-US" sz="8000" spc="-240" strike="noStrike" u="none">
                  <a:solidFill>
                    <a:srgbClr val="0A2E4D"/>
                  </a:solidFill>
                  <a:latin typeface="ITC Avant Garde Gothic"/>
                  <a:ea typeface="ITC Avant Garde Gothic"/>
                  <a:cs typeface="ITC Avant Garde Gothic"/>
                  <a:sym typeface="ITC Avant Garde Gothic"/>
                </a:rPr>
                <a:t> Requirements Overview</a:t>
              </a:r>
            </a:p>
          </p:txBody>
        </p:sp>
        <p:sp>
          <p:nvSpPr>
            <p:cNvPr name="TextBox 6" id="6"/>
            <p:cNvSpPr txBox="true"/>
            <p:nvPr/>
          </p:nvSpPr>
          <p:spPr>
            <a:xfrm rot="0">
              <a:off x="0" y="4555865"/>
              <a:ext cx="11099800" cy="714375"/>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0A2E4D"/>
                  </a:solidFill>
                  <a:latin typeface="ITC Avant Garde Gothic"/>
                  <a:ea typeface="ITC Avant Garde Gothic"/>
                  <a:cs typeface="ITC Avant Garde Gothic"/>
                  <a:sym typeface="ITC Avant Garde Gothic"/>
                </a:rPr>
                <a:t>Key </a:t>
              </a:r>
              <a:r>
                <a:rPr lang="en-US" sz="3199" spc="-95" strike="noStrike" u="none">
                  <a:solidFill>
                    <a:srgbClr val="0A2E4D"/>
                  </a:solidFill>
                  <a:latin typeface="ITC Avant Garde Gothic"/>
                  <a:ea typeface="ITC Avant Garde Gothic"/>
                  <a:cs typeface="ITC Avant Garde Gothic"/>
                  <a:sym typeface="ITC Avant Garde Gothic"/>
                </a:rPr>
                <a:t>f</a:t>
              </a:r>
              <a:r>
                <a:rPr lang="en-US" sz="3199" spc="-95" strike="noStrike" u="none">
                  <a:solidFill>
                    <a:srgbClr val="0A2E4D"/>
                  </a:solidFill>
                  <a:latin typeface="ITC Avant Garde Gothic"/>
                  <a:ea typeface="ITC Avant Garde Gothic"/>
                  <a:cs typeface="ITC Avant Garde Gothic"/>
                  <a:sym typeface="ITC Avant Garde Gothic"/>
                </a:rPr>
                <a:t>e</a:t>
              </a:r>
              <a:r>
                <a:rPr lang="en-US" sz="3199" spc="-95" strike="noStrike" u="none">
                  <a:solidFill>
                    <a:srgbClr val="0A2E4D"/>
                  </a:solidFill>
                  <a:latin typeface="ITC Avant Garde Gothic"/>
                  <a:ea typeface="ITC Avant Garde Gothic"/>
                  <a:cs typeface="ITC Avant Garde Gothic"/>
                  <a:sym typeface="ITC Avant Garde Gothic"/>
                </a:rPr>
                <a:t>a</a:t>
              </a:r>
              <a:r>
                <a:rPr lang="en-US" sz="3199" spc="-95" strike="noStrike" u="none">
                  <a:solidFill>
                    <a:srgbClr val="0A2E4D"/>
                  </a:solidFill>
                  <a:latin typeface="ITC Avant Garde Gothic"/>
                  <a:ea typeface="ITC Avant Garde Gothic"/>
                  <a:cs typeface="ITC Avant Garde Gothic"/>
                  <a:sym typeface="ITC Avant Garde Gothic"/>
                </a:rPr>
                <a:t>t</a:t>
              </a:r>
              <a:r>
                <a:rPr lang="en-US" sz="3199" spc="-95" strike="noStrike" u="none">
                  <a:solidFill>
                    <a:srgbClr val="0A2E4D"/>
                  </a:solidFill>
                  <a:latin typeface="ITC Avant Garde Gothic"/>
                  <a:ea typeface="ITC Avant Garde Gothic"/>
                  <a:cs typeface="ITC Avant Garde Gothic"/>
                  <a:sym typeface="ITC Avant Garde Gothic"/>
                </a:rPr>
                <a:t>ure</a:t>
              </a:r>
              <a:r>
                <a:rPr lang="en-US" sz="3199" spc="-95" strike="noStrike" u="none">
                  <a:solidFill>
                    <a:srgbClr val="0A2E4D"/>
                  </a:solidFill>
                  <a:latin typeface="ITC Avant Garde Gothic"/>
                  <a:ea typeface="ITC Avant Garde Gothic"/>
                  <a:cs typeface="ITC Avant Garde Gothic"/>
                  <a:sym typeface="ITC Avant Garde Gothic"/>
                </a:rPr>
                <a:t>s </a:t>
              </a:r>
              <a:r>
                <a:rPr lang="en-US" sz="3199" spc="-95" strike="noStrike" u="none">
                  <a:solidFill>
                    <a:srgbClr val="0A2E4D"/>
                  </a:solidFill>
                  <a:latin typeface="ITC Avant Garde Gothic"/>
                  <a:ea typeface="ITC Avant Garde Gothic"/>
                  <a:cs typeface="ITC Avant Garde Gothic"/>
                  <a:sym typeface="ITC Avant Garde Gothic"/>
                </a:rPr>
                <a:t>enabling the</a:t>
              </a:r>
              <a:r>
                <a:rPr lang="en-US" sz="3199" spc="-95" strike="noStrike" u="none">
                  <a:solidFill>
                    <a:srgbClr val="0A2E4D"/>
                  </a:solidFill>
                  <a:latin typeface="ITC Avant Garde Gothic"/>
                  <a:ea typeface="ITC Avant Garde Gothic"/>
                  <a:cs typeface="ITC Avant Garde Gothic"/>
                  <a:sym typeface="ITC Avant Garde Gothic"/>
                </a:rPr>
                <a:t> </a:t>
              </a:r>
              <a:r>
                <a:rPr lang="en-US" sz="3199" spc="-95" strike="noStrike" u="none">
                  <a:solidFill>
                    <a:srgbClr val="0A2E4D"/>
                  </a:solidFill>
                  <a:latin typeface="ITC Avant Garde Gothic"/>
                  <a:ea typeface="ITC Avant Garde Gothic"/>
                  <a:cs typeface="ITC Avant Garde Gothic"/>
                  <a:sym typeface="ITC Avant Garde Gothic"/>
                </a:rPr>
                <a:t>l</a:t>
              </a:r>
              <a:r>
                <a:rPr lang="en-US" sz="3199" spc="-95" strike="noStrike" u="none">
                  <a:solidFill>
                    <a:srgbClr val="0A2E4D"/>
                  </a:solidFill>
                  <a:latin typeface="ITC Avant Garde Gothic"/>
                  <a:ea typeface="ITC Avant Garde Gothic"/>
                  <a:cs typeface="ITC Avant Garde Gothic"/>
                  <a:sym typeface="ITC Avant Garde Gothic"/>
                </a:rPr>
                <a:t>e</a:t>
              </a:r>
              <a:r>
                <a:rPr lang="en-US" sz="3199" spc="-95" strike="noStrike" u="none">
                  <a:solidFill>
                    <a:srgbClr val="0A2E4D"/>
                  </a:solidFill>
                  <a:latin typeface="ITC Avant Garde Gothic"/>
                  <a:ea typeface="ITC Avant Garde Gothic"/>
                  <a:cs typeface="ITC Avant Garde Gothic"/>
                  <a:sym typeface="ITC Avant Garde Gothic"/>
                </a:rPr>
                <a:t>ag</a:t>
              </a:r>
              <a:r>
                <a:rPr lang="en-US" sz="3199" spc="-95" strike="noStrike" u="none">
                  <a:solidFill>
                    <a:srgbClr val="0A2E4D"/>
                  </a:solidFill>
                  <a:latin typeface="ITC Avant Garde Gothic"/>
                  <a:ea typeface="ITC Avant Garde Gothic"/>
                  <a:cs typeface="ITC Avant Garde Gothic"/>
                  <a:sym typeface="ITC Avant Garde Gothic"/>
                </a:rPr>
                <a:t>u</a:t>
              </a:r>
              <a:r>
                <a:rPr lang="en-US" sz="3199" spc="-95" strike="noStrike" u="none">
                  <a:solidFill>
                    <a:srgbClr val="0A2E4D"/>
                  </a:solidFill>
                  <a:latin typeface="ITC Avant Garde Gothic"/>
                  <a:ea typeface="ITC Avant Garde Gothic"/>
                  <a:cs typeface="ITC Avant Garde Gothic"/>
                  <a:sym typeface="ITC Avant Garde Gothic"/>
                </a:rPr>
                <a:t>e</a:t>
              </a:r>
              <a:r>
                <a:rPr lang="en-US" sz="3199" spc="-95" strike="noStrike" u="none">
                  <a:solidFill>
                    <a:srgbClr val="0A2E4D"/>
                  </a:solidFill>
                  <a:latin typeface="ITC Avant Garde Gothic"/>
                  <a:ea typeface="ITC Avant Garde Gothic"/>
                  <a:cs typeface="ITC Avant Garde Gothic"/>
                  <a:sym typeface="ITC Avant Garde Gothic"/>
                </a:rPr>
                <a:t> simulation</a:t>
              </a:r>
            </a:p>
          </p:txBody>
        </p:sp>
        <p:sp>
          <p:nvSpPr>
            <p:cNvPr name="TextBox 7" id="7"/>
            <p:cNvSpPr txBox="true"/>
            <p:nvPr/>
          </p:nvSpPr>
          <p:spPr>
            <a:xfrm rot="0">
              <a:off x="0" y="6324340"/>
              <a:ext cx="9182100" cy="2938780"/>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0A2E4D"/>
                  </a:solidFill>
                  <a:latin typeface="TT Fors"/>
                  <a:ea typeface="TT Fors"/>
                  <a:cs typeface="TT Fors"/>
                  <a:sym typeface="TT Fors"/>
                </a:rPr>
                <a:t>This diagram illustrates the </a:t>
              </a:r>
              <a:r>
                <a:rPr lang="en-US" sz="2100" strike="noStrike" u="none">
                  <a:solidFill>
                    <a:srgbClr val="0A2E4D"/>
                  </a:solidFill>
                  <a:latin typeface="TT Fors"/>
                  <a:ea typeface="TT Fors"/>
                  <a:cs typeface="TT Fors"/>
                  <a:sym typeface="TT Fors"/>
                </a:rPr>
                <a:t>cor</a:t>
              </a:r>
              <a:r>
                <a:rPr lang="en-US" sz="2100" strike="noStrike" u="none">
                  <a:solidFill>
                    <a:srgbClr val="0A2E4D"/>
                  </a:solidFill>
                  <a:latin typeface="TT Fors"/>
                  <a:ea typeface="TT Fors"/>
                  <a:cs typeface="TT Fors"/>
                  <a:sym typeface="TT Fors"/>
                </a:rPr>
                <a:t>e</a:t>
              </a:r>
              <a:r>
                <a:rPr lang="en-US" sz="2100" strike="noStrike" u="none">
                  <a:solidFill>
                    <a:srgbClr val="0A2E4D"/>
                  </a:solidFill>
                  <a:latin typeface="TT Fors"/>
                  <a:ea typeface="TT Fors"/>
                  <a:cs typeface="TT Fors"/>
                  <a:sym typeface="TT Fors"/>
                </a:rPr>
                <a:t> fu</a:t>
              </a:r>
              <a:r>
                <a:rPr lang="en-US" sz="2100" strike="noStrike" u="none">
                  <a:solidFill>
                    <a:srgbClr val="0A2E4D"/>
                  </a:solidFill>
                  <a:latin typeface="TT Fors"/>
                  <a:ea typeface="TT Fors"/>
                  <a:cs typeface="TT Fors"/>
                  <a:sym typeface="TT Fors"/>
                </a:rPr>
                <a:t>n</a:t>
              </a:r>
              <a:r>
                <a:rPr lang="en-US" sz="2100" strike="noStrike" u="none">
                  <a:solidFill>
                    <a:srgbClr val="0A2E4D"/>
                  </a:solidFill>
                  <a:latin typeface="TT Fors"/>
                  <a:ea typeface="TT Fors"/>
                  <a:cs typeface="TT Fors"/>
                  <a:sym typeface="TT Fors"/>
                </a:rPr>
                <a:t>c</a:t>
              </a:r>
              <a:r>
                <a:rPr lang="en-US" sz="2100" strike="noStrike" u="none">
                  <a:solidFill>
                    <a:srgbClr val="0A2E4D"/>
                  </a:solidFill>
                  <a:latin typeface="TT Fors"/>
                  <a:ea typeface="TT Fors"/>
                  <a:cs typeface="TT Fors"/>
                  <a:sym typeface="TT Fors"/>
                </a:rPr>
                <a:t>ti</a:t>
              </a:r>
              <a:r>
                <a:rPr lang="en-US" sz="2100" strike="noStrike" u="none">
                  <a:solidFill>
                    <a:srgbClr val="0A2E4D"/>
                  </a:solidFill>
                  <a:latin typeface="TT Fors"/>
                  <a:ea typeface="TT Fors"/>
                  <a:cs typeface="TT Fors"/>
                  <a:sym typeface="TT Fors"/>
                </a:rPr>
                <a:t>on</a:t>
              </a:r>
              <a:r>
                <a:rPr lang="en-US" sz="2100" strike="noStrike" u="none">
                  <a:solidFill>
                    <a:srgbClr val="0A2E4D"/>
                  </a:solidFill>
                  <a:latin typeface="TT Fors"/>
                  <a:ea typeface="TT Fors"/>
                  <a:cs typeface="TT Fors"/>
                  <a:sym typeface="TT Fors"/>
                </a:rPr>
                <a:t>al </a:t>
              </a:r>
              <a:r>
                <a:rPr lang="en-US" sz="2100" strike="noStrike" u="none">
                  <a:solidFill>
                    <a:srgbClr val="0A2E4D"/>
                  </a:solidFill>
                  <a:latin typeface="TT Fors"/>
                  <a:ea typeface="TT Fors"/>
                  <a:cs typeface="TT Fors"/>
                  <a:sym typeface="TT Fors"/>
                </a:rPr>
                <a:t>requirements</a:t>
              </a:r>
              <a:r>
                <a:rPr lang="en-US" sz="2100" strike="noStrike" u="none">
                  <a:solidFill>
                    <a:srgbClr val="0A2E4D"/>
                  </a:solidFill>
                  <a:latin typeface="TT Fors"/>
                  <a:ea typeface="TT Fors"/>
                  <a:cs typeface="TT Fors"/>
                  <a:sym typeface="TT Fors"/>
                </a:rPr>
                <a:t> o</a:t>
              </a:r>
              <a:r>
                <a:rPr lang="en-US" sz="2100" strike="noStrike" u="none">
                  <a:solidFill>
                    <a:srgbClr val="0A2E4D"/>
                  </a:solidFill>
                  <a:latin typeface="TT Fors"/>
                  <a:ea typeface="TT Fors"/>
                  <a:cs typeface="TT Fors"/>
                  <a:sym typeface="TT Fors"/>
                </a:rPr>
                <a:t>f</a:t>
              </a:r>
              <a:r>
                <a:rPr lang="en-US" sz="2100" strike="noStrike" u="none">
                  <a:solidFill>
                    <a:srgbClr val="0A2E4D"/>
                  </a:solidFill>
                  <a:latin typeface="TT Fors"/>
                  <a:ea typeface="TT Fors"/>
                  <a:cs typeface="TT Fors"/>
                  <a:sym typeface="TT Fors"/>
                </a:rPr>
                <a:t> the Egyptian Football League Simulator, i</a:t>
              </a:r>
              <a:r>
                <a:rPr lang="en-US" sz="2100" strike="noStrike" u="none">
                  <a:solidFill>
                    <a:srgbClr val="0A2E4D"/>
                  </a:solidFill>
                  <a:latin typeface="TT Fors"/>
                  <a:ea typeface="TT Fors"/>
                  <a:cs typeface="TT Fors"/>
                  <a:sym typeface="TT Fors"/>
                </a:rPr>
                <a:t>nc</a:t>
              </a:r>
              <a:r>
                <a:rPr lang="en-US" sz="2100" strike="noStrike" u="none">
                  <a:solidFill>
                    <a:srgbClr val="0A2E4D"/>
                  </a:solidFill>
                  <a:latin typeface="TT Fors"/>
                  <a:ea typeface="TT Fors"/>
                  <a:cs typeface="TT Fors"/>
                  <a:sym typeface="TT Fors"/>
                </a:rPr>
                <a:t>l</a:t>
              </a:r>
              <a:r>
                <a:rPr lang="en-US" sz="2100" strike="noStrike" u="none">
                  <a:solidFill>
                    <a:srgbClr val="0A2E4D"/>
                  </a:solidFill>
                  <a:latin typeface="TT Fors"/>
                  <a:ea typeface="TT Fors"/>
                  <a:cs typeface="TT Fors"/>
                  <a:sym typeface="TT Fors"/>
                </a:rPr>
                <a:t>ud</a:t>
              </a:r>
              <a:r>
                <a:rPr lang="en-US" sz="2100" strike="noStrike" u="none">
                  <a:solidFill>
                    <a:srgbClr val="0A2E4D"/>
                  </a:solidFill>
                  <a:latin typeface="TT Fors"/>
                  <a:ea typeface="TT Fors"/>
                  <a:cs typeface="TT Fors"/>
                  <a:sym typeface="TT Fors"/>
                </a:rPr>
                <a:t>i</a:t>
              </a:r>
              <a:r>
                <a:rPr lang="en-US" sz="2100" strike="noStrike" u="none">
                  <a:solidFill>
                    <a:srgbClr val="0A2E4D"/>
                  </a:solidFill>
                  <a:latin typeface="TT Fors"/>
                  <a:ea typeface="TT Fors"/>
                  <a:cs typeface="TT Fors"/>
                  <a:sym typeface="TT Fors"/>
                </a:rPr>
                <a:t>n</a:t>
              </a:r>
              <a:r>
                <a:rPr lang="en-US" sz="2100" strike="noStrike" u="none">
                  <a:solidFill>
                    <a:srgbClr val="0A2E4D"/>
                  </a:solidFill>
                  <a:latin typeface="TT Fors"/>
                  <a:ea typeface="TT Fors"/>
                  <a:cs typeface="TT Fors"/>
                  <a:sym typeface="TT Fors"/>
                </a:rPr>
                <a:t>g</a:t>
              </a:r>
              <a:r>
                <a:rPr lang="en-US" sz="2100" strike="noStrike" u="none">
                  <a:solidFill>
                    <a:srgbClr val="0A2E4D"/>
                  </a:solidFill>
                  <a:latin typeface="TT Fors"/>
                  <a:ea typeface="TT Fors"/>
                  <a:cs typeface="TT Fors"/>
                  <a:sym typeface="TT Fors"/>
                </a:rPr>
                <a:t> matc</a:t>
              </a:r>
              <a:r>
                <a:rPr lang="en-US" sz="2100" strike="noStrike" u="none">
                  <a:solidFill>
                    <a:srgbClr val="0A2E4D"/>
                  </a:solidFill>
                  <a:latin typeface="TT Fors"/>
                  <a:ea typeface="TT Fors"/>
                  <a:cs typeface="TT Fors"/>
                  <a:sym typeface="TT Fors"/>
                </a:rPr>
                <a:t>h</a:t>
              </a:r>
              <a:r>
                <a:rPr lang="en-US" sz="2100" strike="noStrike" u="none">
                  <a:solidFill>
                    <a:srgbClr val="0A2E4D"/>
                  </a:solidFill>
                  <a:latin typeface="TT Fors"/>
                  <a:ea typeface="TT Fors"/>
                  <a:cs typeface="TT Fors"/>
                  <a:sym typeface="TT Fors"/>
                </a:rPr>
                <a:t> schedul</a:t>
              </a:r>
              <a:r>
                <a:rPr lang="en-US" sz="2100" strike="noStrike" u="none">
                  <a:solidFill>
                    <a:srgbClr val="0A2E4D"/>
                  </a:solidFill>
                  <a:latin typeface="TT Fors"/>
                  <a:ea typeface="TT Fors"/>
                  <a:cs typeface="TT Fors"/>
                  <a:sym typeface="TT Fors"/>
                </a:rPr>
                <a:t>ing </a:t>
              </a:r>
              <a:r>
                <a:rPr lang="en-US" sz="2100" strike="noStrike" u="none">
                  <a:solidFill>
                    <a:srgbClr val="0A2E4D"/>
                  </a:solidFill>
                  <a:latin typeface="TT Fors"/>
                  <a:ea typeface="TT Fors"/>
                  <a:cs typeface="TT Fors"/>
                  <a:sym typeface="TT Fors"/>
                </a:rPr>
                <a:t>logic, re</a:t>
              </a:r>
              <a:r>
                <a:rPr lang="en-US" sz="2100" strike="noStrike" u="none">
                  <a:solidFill>
                    <a:srgbClr val="0A2E4D"/>
                  </a:solidFill>
                  <a:latin typeface="TT Fors"/>
                  <a:ea typeface="TT Fors"/>
                  <a:cs typeface="TT Fors"/>
                  <a:sym typeface="TT Fors"/>
                </a:rPr>
                <a:t>s</a:t>
              </a:r>
              <a:r>
                <a:rPr lang="en-US" sz="2100" strike="noStrike" u="none">
                  <a:solidFill>
                    <a:srgbClr val="0A2E4D"/>
                  </a:solidFill>
                  <a:latin typeface="TT Fors"/>
                  <a:ea typeface="TT Fors"/>
                  <a:cs typeface="TT Fors"/>
                  <a:sym typeface="TT Fors"/>
                </a:rPr>
                <a:t>ul</a:t>
              </a:r>
              <a:r>
                <a:rPr lang="en-US" sz="2100" strike="noStrike" u="none">
                  <a:solidFill>
                    <a:srgbClr val="0A2E4D"/>
                  </a:solidFill>
                  <a:latin typeface="TT Fors"/>
                  <a:ea typeface="TT Fors"/>
                  <a:cs typeface="TT Fors"/>
                  <a:sym typeface="TT Fors"/>
                </a:rPr>
                <a:t>t</a:t>
              </a:r>
              <a:r>
                <a:rPr lang="en-US" sz="2100" strike="noStrike" u="none">
                  <a:solidFill>
                    <a:srgbClr val="0A2E4D"/>
                  </a:solidFill>
                  <a:latin typeface="TT Fors"/>
                  <a:ea typeface="TT Fors"/>
                  <a:cs typeface="TT Fors"/>
                  <a:sym typeface="TT Fors"/>
                </a:rPr>
                <a:t> gener</a:t>
              </a:r>
              <a:r>
                <a:rPr lang="en-US" sz="2100" strike="noStrike" u="none">
                  <a:solidFill>
                    <a:srgbClr val="0A2E4D"/>
                  </a:solidFill>
                  <a:latin typeface="TT Fors"/>
                  <a:ea typeface="TT Fors"/>
                  <a:cs typeface="TT Fors"/>
                  <a:sym typeface="TT Fors"/>
                </a:rPr>
                <a:t>a</a:t>
              </a:r>
              <a:r>
                <a:rPr lang="en-US" sz="2100" strike="noStrike" u="none">
                  <a:solidFill>
                    <a:srgbClr val="0A2E4D"/>
                  </a:solidFill>
                  <a:latin typeface="TT Fors"/>
                  <a:ea typeface="TT Fors"/>
                  <a:cs typeface="TT Fors"/>
                  <a:sym typeface="TT Fors"/>
                </a:rPr>
                <a:t>tion</a:t>
              </a:r>
              <a:r>
                <a:rPr lang="en-US" sz="2100" strike="noStrike" u="none">
                  <a:solidFill>
                    <a:srgbClr val="0A2E4D"/>
                  </a:solidFill>
                  <a:latin typeface="TT Fors"/>
                  <a:ea typeface="TT Fors"/>
                  <a:cs typeface="TT Fors"/>
                  <a:sym typeface="TT Fors"/>
                </a:rPr>
                <a:t>, </a:t>
              </a:r>
              <a:r>
                <a:rPr lang="en-US" sz="2100" strike="noStrike" u="none">
                  <a:solidFill>
                    <a:srgbClr val="0A2E4D"/>
                  </a:solidFill>
                  <a:latin typeface="TT Fors"/>
                  <a:ea typeface="TT Fors"/>
                  <a:cs typeface="TT Fors"/>
                  <a:sym typeface="TT Fors"/>
                </a:rPr>
                <a:t>st</a:t>
              </a:r>
              <a:r>
                <a:rPr lang="en-US" sz="2100" strike="noStrike" u="none">
                  <a:solidFill>
                    <a:srgbClr val="0A2E4D"/>
                  </a:solidFill>
                  <a:latin typeface="TT Fors"/>
                  <a:ea typeface="TT Fors"/>
                  <a:cs typeface="TT Fors"/>
                  <a:sym typeface="TT Fors"/>
                </a:rPr>
                <a:t>a</a:t>
              </a:r>
              <a:r>
                <a:rPr lang="en-US" sz="2100" strike="noStrike" u="none">
                  <a:solidFill>
                    <a:srgbClr val="0A2E4D"/>
                  </a:solidFill>
                  <a:latin typeface="TT Fors"/>
                  <a:ea typeface="TT Fors"/>
                  <a:cs typeface="TT Fors"/>
                  <a:sym typeface="TT Fors"/>
                </a:rPr>
                <a:t>n</a:t>
              </a:r>
              <a:r>
                <a:rPr lang="en-US" sz="2100" strike="noStrike" u="none">
                  <a:solidFill>
                    <a:srgbClr val="0A2E4D"/>
                  </a:solidFill>
                  <a:latin typeface="TT Fors"/>
                  <a:ea typeface="TT Fors"/>
                  <a:cs typeface="TT Fors"/>
                  <a:sym typeface="TT Fors"/>
                </a:rPr>
                <a:t>d</a:t>
              </a:r>
              <a:r>
                <a:rPr lang="en-US" sz="2100" strike="noStrike" u="none">
                  <a:solidFill>
                    <a:srgbClr val="0A2E4D"/>
                  </a:solidFill>
                  <a:latin typeface="TT Fors"/>
                  <a:ea typeface="TT Fors"/>
                  <a:cs typeface="TT Fors"/>
                  <a:sym typeface="TT Fors"/>
                </a:rPr>
                <a:t>ings c</a:t>
              </a:r>
              <a:r>
                <a:rPr lang="en-US" sz="2100" strike="noStrike" u="none">
                  <a:solidFill>
                    <a:srgbClr val="0A2E4D"/>
                  </a:solidFill>
                  <a:latin typeface="TT Fors"/>
                  <a:ea typeface="TT Fors"/>
                  <a:cs typeface="TT Fors"/>
                  <a:sym typeface="TT Fors"/>
                </a:rPr>
                <a:t>a</a:t>
              </a:r>
              <a:r>
                <a:rPr lang="en-US" sz="2100" strike="noStrike" u="none">
                  <a:solidFill>
                    <a:srgbClr val="0A2E4D"/>
                  </a:solidFill>
                  <a:latin typeface="TT Fors"/>
                  <a:ea typeface="TT Fors"/>
                  <a:cs typeface="TT Fors"/>
                  <a:sym typeface="TT Fors"/>
                </a:rPr>
                <a:t>lculation</a:t>
              </a:r>
              <a:r>
                <a:rPr lang="en-US" sz="2100" strike="noStrike" u="none">
                  <a:solidFill>
                    <a:srgbClr val="0A2E4D"/>
                  </a:solidFill>
                  <a:latin typeface="TT Fors"/>
                  <a:ea typeface="TT Fors"/>
                  <a:cs typeface="TT Fors"/>
                  <a:sym typeface="TT Fors"/>
                </a:rPr>
                <a:t>, and </a:t>
              </a:r>
              <a:r>
                <a:rPr lang="en-US" sz="2100" strike="noStrike" u="none">
                  <a:solidFill>
                    <a:srgbClr val="0A2E4D"/>
                  </a:solidFill>
                  <a:latin typeface="TT Fors"/>
                  <a:ea typeface="TT Fors"/>
                  <a:cs typeface="TT Fors"/>
                  <a:sym typeface="TT Fors"/>
                </a:rPr>
                <a:t>th</a:t>
              </a:r>
              <a:r>
                <a:rPr lang="en-US" sz="2100" strike="noStrike" u="none">
                  <a:solidFill>
                    <a:srgbClr val="0A2E4D"/>
                  </a:solidFill>
                  <a:latin typeface="TT Fors"/>
                  <a:ea typeface="TT Fors"/>
                  <a:cs typeface="TT Fors"/>
                  <a:sym typeface="TT Fors"/>
                </a:rPr>
                <a:t>e interacti</a:t>
              </a:r>
              <a:r>
                <a:rPr lang="en-US" sz="2100" strike="noStrike" u="none">
                  <a:solidFill>
                    <a:srgbClr val="0A2E4D"/>
                  </a:solidFill>
                  <a:latin typeface="TT Fors"/>
                  <a:ea typeface="TT Fors"/>
                  <a:cs typeface="TT Fors"/>
                  <a:sym typeface="TT Fors"/>
                </a:rPr>
                <a:t>ve</a:t>
              </a:r>
              <a:r>
                <a:rPr lang="en-US" sz="2100" strike="noStrike" u="none">
                  <a:solidFill>
                    <a:srgbClr val="0A2E4D"/>
                  </a:solidFill>
                  <a:latin typeface="TT Fors"/>
                  <a:ea typeface="TT Fors"/>
                  <a:cs typeface="TT Fors"/>
                  <a:sym typeface="TT Fors"/>
                </a:rPr>
                <a:t> m</a:t>
              </a:r>
              <a:r>
                <a:rPr lang="en-US" sz="2100" strike="noStrike" u="none">
                  <a:solidFill>
                    <a:srgbClr val="0A2E4D"/>
                  </a:solidFill>
                  <a:latin typeface="TT Fors"/>
                  <a:ea typeface="TT Fors"/>
                  <a:cs typeface="TT Fors"/>
                  <a:sym typeface="TT Fors"/>
                </a:rPr>
                <a:t>i</a:t>
              </a:r>
              <a:r>
                <a:rPr lang="en-US" sz="2100" strike="noStrike" u="none">
                  <a:solidFill>
                    <a:srgbClr val="0A2E4D"/>
                  </a:solidFill>
                  <a:latin typeface="TT Fors"/>
                  <a:ea typeface="TT Fors"/>
                  <a:cs typeface="TT Fors"/>
                  <a:sym typeface="TT Fors"/>
                </a:rPr>
                <a:t>ni</a:t>
              </a:r>
              <a:r>
                <a:rPr lang="en-US" sz="2100" strike="noStrike" u="none">
                  <a:solidFill>
                    <a:srgbClr val="0A2E4D"/>
                  </a:solidFill>
                  <a:latin typeface="TT Fors"/>
                  <a:ea typeface="TT Fors"/>
                  <a:cs typeface="TT Fors"/>
                  <a:sym typeface="TT Fors"/>
                </a:rPr>
                <a:t>-g</a:t>
              </a:r>
              <a:r>
                <a:rPr lang="en-US" sz="2100" strike="noStrike" u="none">
                  <a:solidFill>
                    <a:srgbClr val="0A2E4D"/>
                  </a:solidFill>
                  <a:latin typeface="TT Fors"/>
                  <a:ea typeface="TT Fors"/>
                  <a:cs typeface="TT Fors"/>
                  <a:sym typeface="TT Fors"/>
                </a:rPr>
                <a:t>a</a:t>
              </a:r>
              <a:r>
                <a:rPr lang="en-US" sz="2100" strike="noStrike" u="none">
                  <a:solidFill>
                    <a:srgbClr val="0A2E4D"/>
                  </a:solidFill>
                  <a:latin typeface="TT Fors"/>
                  <a:ea typeface="TT Fors"/>
                  <a:cs typeface="TT Fors"/>
                  <a:sym typeface="TT Fors"/>
                </a:rPr>
                <a:t>me</a:t>
              </a:r>
              <a:r>
                <a:rPr lang="en-US" sz="2100" strike="noStrike" u="none">
                  <a:solidFill>
                    <a:srgbClr val="0A2E4D"/>
                  </a:solidFill>
                  <a:latin typeface="TT Fors"/>
                  <a:ea typeface="TT Fors"/>
                  <a:cs typeface="TT Fors"/>
                  <a:sym typeface="TT Fors"/>
                </a:rPr>
                <a:t> f</a:t>
              </a:r>
              <a:r>
                <a:rPr lang="en-US" sz="2100" strike="noStrike" u="none">
                  <a:solidFill>
                    <a:srgbClr val="0A2E4D"/>
                  </a:solidFill>
                  <a:latin typeface="TT Fors"/>
                  <a:ea typeface="TT Fors"/>
                  <a:cs typeface="TT Fors"/>
                  <a:sym typeface="TT Fors"/>
                </a:rPr>
                <a:t>l</a:t>
              </a:r>
              <a:r>
                <a:rPr lang="en-US" sz="2100" strike="noStrike" u="none">
                  <a:solidFill>
                    <a:srgbClr val="0A2E4D"/>
                  </a:solidFill>
                  <a:latin typeface="TT Fors"/>
                  <a:ea typeface="TT Fors"/>
                  <a:cs typeface="TT Fors"/>
                  <a:sym typeface="TT Fors"/>
                </a:rPr>
                <a:t>o</a:t>
              </a:r>
              <a:r>
                <a:rPr lang="en-US" sz="2100" strike="noStrike" u="none">
                  <a:solidFill>
                    <a:srgbClr val="0A2E4D"/>
                  </a:solidFill>
                  <a:latin typeface="TT Fors"/>
                  <a:ea typeface="TT Fors"/>
                  <a:cs typeface="TT Fors"/>
                  <a:sym typeface="TT Fors"/>
                </a:rPr>
                <a:t>w.</a:t>
              </a:r>
              <a:r>
                <a:rPr lang="en-US" sz="2100" strike="noStrike" u="none">
                  <a:solidFill>
                    <a:srgbClr val="0A2E4D"/>
                  </a:solidFill>
                  <a:latin typeface="TT Fors"/>
                  <a:ea typeface="TT Fors"/>
                  <a:cs typeface="TT Fors"/>
                  <a:sym typeface="TT Fors"/>
                </a:rPr>
                <a:t> </a:t>
              </a:r>
              <a:r>
                <a:rPr lang="en-US" sz="2100" strike="noStrike" u="none">
                  <a:solidFill>
                    <a:srgbClr val="0A2E4D"/>
                  </a:solidFill>
                  <a:latin typeface="TT Fors"/>
                  <a:ea typeface="TT Fors"/>
                  <a:cs typeface="TT Fors"/>
                  <a:sym typeface="TT Fors"/>
                </a:rPr>
                <a:t>I</a:t>
              </a:r>
              <a:r>
                <a:rPr lang="en-US" sz="2100" strike="noStrike" u="none">
                  <a:solidFill>
                    <a:srgbClr val="0A2E4D"/>
                  </a:solidFill>
                  <a:latin typeface="TT Fors"/>
                  <a:ea typeface="TT Fors"/>
                  <a:cs typeface="TT Fors"/>
                  <a:sym typeface="TT Fors"/>
                </a:rPr>
                <a:t>t</a:t>
              </a:r>
              <a:r>
                <a:rPr lang="en-US" sz="2100" strike="noStrike" u="none">
                  <a:solidFill>
                    <a:srgbClr val="0A2E4D"/>
                  </a:solidFill>
                  <a:latin typeface="TT Fors"/>
                  <a:ea typeface="TT Fors"/>
                  <a:cs typeface="TT Fors"/>
                  <a:sym typeface="TT Fors"/>
                </a:rPr>
                <a:t> h</a:t>
              </a:r>
              <a:r>
                <a:rPr lang="en-US" sz="2100" strike="noStrike" u="none">
                  <a:solidFill>
                    <a:srgbClr val="0A2E4D"/>
                  </a:solidFill>
                  <a:latin typeface="TT Fors"/>
                  <a:ea typeface="TT Fors"/>
                  <a:cs typeface="TT Fors"/>
                  <a:sym typeface="TT Fors"/>
                </a:rPr>
                <a:t>i</a:t>
              </a:r>
              <a:r>
                <a:rPr lang="en-US" sz="2100" strike="noStrike" u="none">
                  <a:solidFill>
                    <a:srgbClr val="0A2E4D"/>
                  </a:solidFill>
                  <a:latin typeface="TT Fors"/>
                  <a:ea typeface="TT Fors"/>
                  <a:cs typeface="TT Fors"/>
                  <a:sym typeface="TT Fors"/>
                </a:rPr>
                <a:t>gh</a:t>
              </a:r>
              <a:r>
                <a:rPr lang="en-US" sz="2100" strike="noStrike" u="none">
                  <a:solidFill>
                    <a:srgbClr val="0A2E4D"/>
                  </a:solidFill>
                  <a:latin typeface="TT Fors"/>
                  <a:ea typeface="TT Fors"/>
                  <a:cs typeface="TT Fors"/>
                  <a:sym typeface="TT Fors"/>
                </a:rPr>
                <a:t>l</a:t>
              </a:r>
              <a:r>
                <a:rPr lang="en-US" sz="2100" strike="noStrike" u="none">
                  <a:solidFill>
                    <a:srgbClr val="0A2E4D"/>
                  </a:solidFill>
                  <a:latin typeface="TT Fors"/>
                  <a:ea typeface="TT Fors"/>
                  <a:cs typeface="TT Fors"/>
                  <a:sym typeface="TT Fors"/>
                </a:rPr>
                <a:t>ights</a:t>
              </a:r>
              <a:r>
                <a:rPr lang="en-US" sz="2100" strike="noStrike" u="none">
                  <a:solidFill>
                    <a:srgbClr val="0A2E4D"/>
                  </a:solidFill>
                  <a:latin typeface="TT Fors"/>
                  <a:ea typeface="TT Fors"/>
                  <a:cs typeface="TT Fors"/>
                  <a:sym typeface="TT Fors"/>
                </a:rPr>
                <a:t> </a:t>
              </a:r>
              <a:r>
                <a:rPr lang="en-US" sz="2100" strike="noStrike" u="none">
                  <a:solidFill>
                    <a:srgbClr val="0A2E4D"/>
                  </a:solidFill>
                  <a:latin typeface="TT Fors"/>
                  <a:ea typeface="TT Fors"/>
                  <a:cs typeface="TT Fors"/>
                  <a:sym typeface="TT Fors"/>
                </a:rPr>
                <a:t>how </a:t>
              </a:r>
              <a:r>
                <a:rPr lang="en-US" sz="2100" strike="noStrike" u="none">
                  <a:solidFill>
                    <a:srgbClr val="0A2E4D"/>
                  </a:solidFill>
                  <a:latin typeface="TT Fors"/>
                  <a:ea typeface="TT Fors"/>
                  <a:cs typeface="TT Fors"/>
                  <a:sym typeface="TT Fors"/>
                </a:rPr>
                <a:t>e</a:t>
              </a:r>
              <a:r>
                <a:rPr lang="en-US" sz="2100" strike="noStrike" u="none">
                  <a:solidFill>
                    <a:srgbClr val="0A2E4D"/>
                  </a:solidFill>
                  <a:latin typeface="TT Fors"/>
                  <a:ea typeface="TT Fors"/>
                  <a:cs typeface="TT Fors"/>
                  <a:sym typeface="TT Fors"/>
                </a:rPr>
                <a:t>ach featu</a:t>
              </a:r>
              <a:r>
                <a:rPr lang="en-US" sz="2100" strike="noStrike" u="none">
                  <a:solidFill>
                    <a:srgbClr val="0A2E4D"/>
                  </a:solidFill>
                  <a:latin typeface="TT Fors"/>
                  <a:ea typeface="TT Fors"/>
                  <a:cs typeface="TT Fors"/>
                  <a:sym typeface="TT Fors"/>
                </a:rPr>
                <a:t>r</a:t>
              </a:r>
              <a:r>
                <a:rPr lang="en-US" sz="2100" strike="noStrike" u="none">
                  <a:solidFill>
                    <a:srgbClr val="0A2E4D"/>
                  </a:solidFill>
                  <a:latin typeface="TT Fors"/>
                  <a:ea typeface="TT Fors"/>
                  <a:cs typeface="TT Fors"/>
                  <a:sym typeface="TT Fors"/>
                </a:rPr>
                <a:t>e c</a:t>
              </a:r>
              <a:r>
                <a:rPr lang="en-US" sz="2100" strike="noStrike" u="none">
                  <a:solidFill>
                    <a:srgbClr val="0A2E4D"/>
                  </a:solidFill>
                  <a:latin typeface="TT Fors"/>
                  <a:ea typeface="TT Fors"/>
                  <a:cs typeface="TT Fors"/>
                  <a:sym typeface="TT Fors"/>
                </a:rPr>
                <a:t>o</a:t>
              </a:r>
              <a:r>
                <a:rPr lang="en-US" sz="2100" strike="noStrike" u="none">
                  <a:solidFill>
                    <a:srgbClr val="0A2E4D"/>
                  </a:solidFill>
                  <a:latin typeface="TT Fors"/>
                  <a:ea typeface="TT Fors"/>
                  <a:cs typeface="TT Fors"/>
                  <a:sym typeface="TT Fors"/>
                </a:rPr>
                <a:t>nt</a:t>
              </a:r>
              <a:r>
                <a:rPr lang="en-US" sz="2100" strike="noStrike" u="none">
                  <a:solidFill>
                    <a:srgbClr val="0A2E4D"/>
                  </a:solidFill>
                  <a:latin typeface="TT Fors"/>
                  <a:ea typeface="TT Fors"/>
                  <a:cs typeface="TT Fors"/>
                  <a:sym typeface="TT Fors"/>
                </a:rPr>
                <a:t>r</a:t>
              </a:r>
              <a:r>
                <a:rPr lang="en-US" sz="2100" strike="noStrike" u="none">
                  <a:solidFill>
                    <a:srgbClr val="0A2E4D"/>
                  </a:solidFill>
                  <a:latin typeface="TT Fors"/>
                  <a:ea typeface="TT Fors"/>
                  <a:cs typeface="TT Fors"/>
                  <a:sym typeface="TT Fors"/>
                </a:rPr>
                <a:t>ibutes to delivering </a:t>
              </a:r>
              <a:r>
                <a:rPr lang="en-US" sz="2100" strike="noStrike" u="none">
                  <a:solidFill>
                    <a:srgbClr val="0A2E4D"/>
                  </a:solidFill>
                  <a:latin typeface="TT Fors"/>
                  <a:ea typeface="TT Fors"/>
                  <a:cs typeface="TT Fors"/>
                  <a:sym typeface="TT Fors"/>
                </a:rPr>
                <a:t>a</a:t>
              </a:r>
              <a:r>
                <a:rPr lang="en-US" sz="2100" strike="noStrike" u="none">
                  <a:solidFill>
                    <a:srgbClr val="0A2E4D"/>
                  </a:solidFill>
                  <a:latin typeface="TT Fors"/>
                  <a:ea typeface="TT Fors"/>
                  <a:cs typeface="TT Fors"/>
                  <a:sym typeface="TT Fors"/>
                </a:rPr>
                <a:t> dy</a:t>
              </a:r>
              <a:r>
                <a:rPr lang="en-US" sz="2100" strike="noStrike" u="none">
                  <a:solidFill>
                    <a:srgbClr val="0A2E4D"/>
                  </a:solidFill>
                  <a:latin typeface="TT Fors"/>
                  <a:ea typeface="TT Fors"/>
                  <a:cs typeface="TT Fors"/>
                  <a:sym typeface="TT Fors"/>
                </a:rPr>
                <a:t>n</a:t>
              </a:r>
              <a:r>
                <a:rPr lang="en-US" sz="2100" strike="noStrike" u="none">
                  <a:solidFill>
                    <a:srgbClr val="0A2E4D"/>
                  </a:solidFill>
                  <a:latin typeface="TT Fors"/>
                  <a:ea typeface="TT Fors"/>
                  <a:cs typeface="TT Fors"/>
                  <a:sym typeface="TT Fors"/>
                </a:rPr>
                <a:t>ami</a:t>
              </a:r>
              <a:r>
                <a:rPr lang="en-US" sz="2100" strike="noStrike" u="none">
                  <a:solidFill>
                    <a:srgbClr val="0A2E4D"/>
                  </a:solidFill>
                  <a:latin typeface="TT Fors"/>
                  <a:ea typeface="TT Fors"/>
                  <a:cs typeface="TT Fors"/>
                  <a:sym typeface="TT Fors"/>
                </a:rPr>
                <a:t>c and engag</a:t>
              </a:r>
              <a:r>
                <a:rPr lang="en-US" sz="2100" strike="noStrike" u="none">
                  <a:solidFill>
                    <a:srgbClr val="0A2E4D"/>
                  </a:solidFill>
                  <a:latin typeface="TT Fors"/>
                  <a:ea typeface="TT Fors"/>
                  <a:cs typeface="TT Fors"/>
                  <a:sym typeface="TT Fors"/>
                </a:rPr>
                <a:t>ing us</a:t>
              </a:r>
              <a:r>
                <a:rPr lang="en-US" sz="2100" strike="noStrike" u="none">
                  <a:solidFill>
                    <a:srgbClr val="0A2E4D"/>
                  </a:solidFill>
                  <a:latin typeface="TT Fors"/>
                  <a:ea typeface="TT Fors"/>
                  <a:cs typeface="TT Fors"/>
                  <a:sym typeface="TT Fors"/>
                </a:rPr>
                <a:t>e</a:t>
              </a:r>
              <a:r>
                <a:rPr lang="en-US" sz="2100" strike="noStrike" u="none">
                  <a:solidFill>
                    <a:srgbClr val="0A2E4D"/>
                  </a:solidFill>
                  <a:latin typeface="TT Fors"/>
                  <a:ea typeface="TT Fors"/>
                  <a:cs typeface="TT Fors"/>
                  <a:sym typeface="TT Fors"/>
                </a:rPr>
                <a:t>r experi</a:t>
              </a:r>
              <a:r>
                <a:rPr lang="en-US" sz="2100" strike="noStrike" u="none">
                  <a:solidFill>
                    <a:srgbClr val="0A2E4D"/>
                  </a:solidFill>
                  <a:latin typeface="TT Fors"/>
                  <a:ea typeface="TT Fors"/>
                  <a:cs typeface="TT Fors"/>
                  <a:sym typeface="TT Fors"/>
                </a:rPr>
                <a:t>en</a:t>
              </a:r>
              <a:r>
                <a:rPr lang="en-US" sz="2100" strike="noStrike" u="none">
                  <a:solidFill>
                    <a:srgbClr val="0A2E4D"/>
                  </a:solidFill>
                  <a:latin typeface="TT Fors"/>
                  <a:ea typeface="TT Fors"/>
                  <a:cs typeface="TT Fors"/>
                  <a:sym typeface="TT Fors"/>
                </a:rPr>
                <a:t>ce</a:t>
              </a:r>
              <a:r>
                <a:rPr lang="en-US" sz="2100" strike="noStrike" u="none">
                  <a:solidFill>
                    <a:srgbClr val="0A2E4D"/>
                  </a:solidFill>
                  <a:latin typeface="TT Fors"/>
                  <a:ea typeface="TT Fors"/>
                  <a:cs typeface="TT Fors"/>
                  <a:sym typeface="TT Fors"/>
                </a:rPr>
                <a:t>.</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0D9"/>
        </a:solidFill>
      </p:bgPr>
    </p:bg>
    <p:spTree>
      <p:nvGrpSpPr>
        <p:cNvPr id="1" name=""/>
        <p:cNvGrpSpPr/>
        <p:nvPr/>
      </p:nvGrpSpPr>
      <p:grpSpPr>
        <a:xfrm>
          <a:off x="0" y="0"/>
          <a:ext cx="0" cy="0"/>
          <a:chOff x="0" y="0"/>
          <a:chExt cx="0" cy="0"/>
        </a:xfrm>
      </p:grpSpPr>
      <p:grpSp>
        <p:nvGrpSpPr>
          <p:cNvPr name="Group 2" id="2"/>
          <p:cNvGrpSpPr/>
          <p:nvPr/>
        </p:nvGrpSpPr>
        <p:grpSpPr>
          <a:xfrm rot="0">
            <a:off x="10734675" y="0"/>
            <a:ext cx="7553325" cy="10287000"/>
            <a:chOff x="0" y="0"/>
            <a:chExt cx="1170208" cy="1593725"/>
          </a:xfrm>
        </p:grpSpPr>
        <p:sp>
          <p:nvSpPr>
            <p:cNvPr name="Freeform 3" id="3"/>
            <p:cNvSpPr/>
            <p:nvPr/>
          </p:nvSpPr>
          <p:spPr>
            <a:xfrm flipH="false" flipV="false" rot="0">
              <a:off x="0" y="0"/>
              <a:ext cx="1170208" cy="1593725"/>
            </a:xfrm>
            <a:custGeom>
              <a:avLst/>
              <a:gdLst/>
              <a:ahLst/>
              <a:cxnLst/>
              <a:rect r="r" b="b" t="t" l="l"/>
              <a:pathLst>
                <a:path h="1593725" w="1170208">
                  <a:moveTo>
                    <a:pt x="0" y="0"/>
                  </a:moveTo>
                  <a:lnTo>
                    <a:pt x="1170208" y="0"/>
                  </a:lnTo>
                  <a:lnTo>
                    <a:pt x="1170208" y="1593725"/>
                  </a:lnTo>
                  <a:lnTo>
                    <a:pt x="0" y="1593725"/>
                  </a:lnTo>
                  <a:close/>
                </a:path>
              </a:pathLst>
            </a:custGeom>
            <a:blipFill>
              <a:blip r:embed="rId2"/>
              <a:stretch>
                <a:fillRect l="-2093" t="0" r="-2093" b="0"/>
              </a:stretch>
            </a:blipFill>
          </p:spPr>
        </p:sp>
      </p:grpSp>
      <p:grpSp>
        <p:nvGrpSpPr>
          <p:cNvPr name="Group 4" id="4"/>
          <p:cNvGrpSpPr/>
          <p:nvPr/>
        </p:nvGrpSpPr>
        <p:grpSpPr>
          <a:xfrm rot="0">
            <a:off x="666750" y="666750"/>
            <a:ext cx="8324850" cy="7804590"/>
            <a:chOff x="0" y="0"/>
            <a:chExt cx="11099800" cy="10406120"/>
          </a:xfrm>
        </p:grpSpPr>
        <p:sp>
          <p:nvSpPr>
            <p:cNvPr name="TextBox 5" id="5"/>
            <p:cNvSpPr txBox="true"/>
            <p:nvPr/>
          </p:nvSpPr>
          <p:spPr>
            <a:xfrm rot="0">
              <a:off x="0" y="-9525"/>
              <a:ext cx="11099800" cy="4319059"/>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0A2E4D"/>
                  </a:solidFill>
                  <a:latin typeface="ITC Avant Garde Gothic"/>
                  <a:ea typeface="ITC Avant Garde Gothic"/>
                  <a:cs typeface="ITC Avant Garde Gothic"/>
                  <a:sym typeface="ITC Avant Garde Gothic"/>
                </a:rPr>
                <a:t>Non-Func</a:t>
              </a:r>
              <a:r>
                <a:rPr lang="en-US" sz="8000" spc="-240" strike="noStrike" u="none">
                  <a:solidFill>
                    <a:srgbClr val="0A2E4D"/>
                  </a:solidFill>
                  <a:latin typeface="ITC Avant Garde Gothic"/>
                  <a:ea typeface="ITC Avant Garde Gothic"/>
                  <a:cs typeface="ITC Avant Garde Gothic"/>
                  <a:sym typeface="ITC Avant Garde Gothic"/>
                </a:rPr>
                <a:t>tional Requirements Overview</a:t>
              </a:r>
            </a:p>
          </p:txBody>
        </p:sp>
        <p:sp>
          <p:nvSpPr>
            <p:cNvPr name="TextBox 6" id="6"/>
            <p:cNvSpPr txBox="true"/>
            <p:nvPr/>
          </p:nvSpPr>
          <p:spPr>
            <a:xfrm rot="0">
              <a:off x="0" y="4555865"/>
              <a:ext cx="11099800" cy="1362075"/>
            </a:xfrm>
            <a:prstGeom prst="rect">
              <a:avLst/>
            </a:prstGeom>
          </p:spPr>
          <p:txBody>
            <a:bodyPr anchor="t" rtlCol="false" tIns="0" lIns="0" bIns="0" rIns="0">
              <a:spAutoFit/>
            </a:bodyPr>
            <a:lstStyle/>
            <a:p>
              <a:pPr algn="l" marL="0" indent="0" lvl="0">
                <a:lnSpc>
                  <a:spcPts val="3839"/>
                </a:lnSpc>
                <a:spcBef>
                  <a:spcPct val="0"/>
                </a:spcBef>
              </a:pPr>
              <a:r>
                <a:rPr lang="en-US" sz="3199" spc="-95">
                  <a:solidFill>
                    <a:srgbClr val="0A2E4D"/>
                  </a:solidFill>
                  <a:latin typeface="ITC Avant Garde Gothic"/>
                  <a:ea typeface="ITC Avant Garde Gothic"/>
                  <a:cs typeface="ITC Avant Garde Gothic"/>
                  <a:sym typeface="ITC Avant Garde Gothic"/>
                </a:rPr>
                <a:t>Qualit</a:t>
              </a:r>
              <a:r>
                <a:rPr lang="en-US" sz="3199" spc="-95" strike="noStrike" u="none">
                  <a:solidFill>
                    <a:srgbClr val="0A2E4D"/>
                  </a:solidFill>
                  <a:latin typeface="ITC Avant Garde Gothic"/>
                  <a:ea typeface="ITC Avant Garde Gothic"/>
                  <a:cs typeface="ITC Avant Garde Gothic"/>
                  <a:sym typeface="ITC Avant Garde Gothic"/>
                </a:rPr>
                <a:t>y attribu</a:t>
              </a:r>
              <a:r>
                <a:rPr lang="en-US" sz="3199" spc="-95" strike="noStrike" u="none">
                  <a:solidFill>
                    <a:srgbClr val="0A2E4D"/>
                  </a:solidFill>
                  <a:latin typeface="ITC Avant Garde Gothic"/>
                  <a:ea typeface="ITC Avant Garde Gothic"/>
                  <a:cs typeface="ITC Avant Garde Gothic"/>
                  <a:sym typeface="ITC Avant Garde Gothic"/>
                </a:rPr>
                <a:t>t</a:t>
              </a:r>
              <a:r>
                <a:rPr lang="en-US" sz="3199" spc="-95" strike="noStrike" u="none">
                  <a:solidFill>
                    <a:srgbClr val="0A2E4D"/>
                  </a:solidFill>
                  <a:latin typeface="ITC Avant Garde Gothic"/>
                  <a:ea typeface="ITC Avant Garde Gothic"/>
                  <a:cs typeface="ITC Avant Garde Gothic"/>
                  <a:sym typeface="ITC Avant Garde Gothic"/>
                </a:rPr>
                <a:t>es en</a:t>
              </a:r>
              <a:r>
                <a:rPr lang="en-US" sz="3199" spc="-95" strike="noStrike" u="none">
                  <a:solidFill>
                    <a:srgbClr val="0A2E4D"/>
                  </a:solidFill>
                  <a:latin typeface="ITC Avant Garde Gothic"/>
                  <a:ea typeface="ITC Avant Garde Gothic"/>
                  <a:cs typeface="ITC Avant Garde Gothic"/>
                  <a:sym typeface="ITC Avant Garde Gothic"/>
                </a:rPr>
                <a:t>sur</a:t>
              </a:r>
              <a:r>
                <a:rPr lang="en-US" sz="3199" spc="-95" strike="noStrike" u="none">
                  <a:solidFill>
                    <a:srgbClr val="0A2E4D"/>
                  </a:solidFill>
                  <a:latin typeface="ITC Avant Garde Gothic"/>
                  <a:ea typeface="ITC Avant Garde Gothic"/>
                  <a:cs typeface="ITC Avant Garde Gothic"/>
                  <a:sym typeface="ITC Avant Garde Gothic"/>
                </a:rPr>
                <a:t>ing </a:t>
              </a:r>
              <a:r>
                <a:rPr lang="en-US" sz="3199" spc="-95" strike="noStrike" u="none">
                  <a:solidFill>
                    <a:srgbClr val="0A2E4D"/>
                  </a:solidFill>
                  <a:latin typeface="ITC Avant Garde Gothic"/>
                  <a:ea typeface="ITC Avant Garde Gothic"/>
                  <a:cs typeface="ITC Avant Garde Gothic"/>
                  <a:sym typeface="ITC Avant Garde Gothic"/>
                </a:rPr>
                <a:t>smoo</a:t>
              </a:r>
              <a:r>
                <a:rPr lang="en-US" sz="3199" spc="-95" strike="noStrike" u="none">
                  <a:solidFill>
                    <a:srgbClr val="0A2E4D"/>
                  </a:solidFill>
                  <a:latin typeface="ITC Avant Garde Gothic"/>
                  <a:ea typeface="ITC Avant Garde Gothic"/>
                  <a:cs typeface="ITC Avant Garde Gothic"/>
                  <a:sym typeface="ITC Avant Garde Gothic"/>
                </a:rPr>
                <a:t>th system pe</a:t>
              </a:r>
              <a:r>
                <a:rPr lang="en-US" sz="3199" spc="-95" strike="noStrike" u="none">
                  <a:solidFill>
                    <a:srgbClr val="0A2E4D"/>
                  </a:solidFill>
                  <a:latin typeface="ITC Avant Garde Gothic"/>
                  <a:ea typeface="ITC Avant Garde Gothic"/>
                  <a:cs typeface="ITC Avant Garde Gothic"/>
                  <a:sym typeface="ITC Avant Garde Gothic"/>
                </a:rPr>
                <a:t>rfor</a:t>
              </a:r>
              <a:r>
                <a:rPr lang="en-US" sz="3199" spc="-95" strike="noStrike" u="none">
                  <a:solidFill>
                    <a:srgbClr val="0A2E4D"/>
                  </a:solidFill>
                  <a:latin typeface="ITC Avant Garde Gothic"/>
                  <a:ea typeface="ITC Avant Garde Gothic"/>
                  <a:cs typeface="ITC Avant Garde Gothic"/>
                  <a:sym typeface="ITC Avant Garde Gothic"/>
                </a:rPr>
                <a:t>mance</a:t>
              </a:r>
            </a:p>
          </p:txBody>
        </p:sp>
        <p:sp>
          <p:nvSpPr>
            <p:cNvPr name="TextBox 7" id="7"/>
            <p:cNvSpPr txBox="true"/>
            <p:nvPr/>
          </p:nvSpPr>
          <p:spPr>
            <a:xfrm rot="0">
              <a:off x="0" y="6972040"/>
              <a:ext cx="9182100" cy="3434080"/>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0A2E4D"/>
                  </a:solidFill>
                  <a:latin typeface="TT Fors"/>
                  <a:ea typeface="TT Fors"/>
                  <a:cs typeface="TT Fors"/>
                  <a:sym typeface="TT Fors"/>
                </a:rPr>
                <a:t>This diagram outlines the key </a:t>
              </a:r>
              <a:r>
                <a:rPr lang="en-US" sz="2100" strike="noStrike" u="none">
                  <a:solidFill>
                    <a:srgbClr val="0A2E4D"/>
                  </a:solidFill>
                  <a:latin typeface="TT Fors"/>
                  <a:ea typeface="TT Fors"/>
                  <a:cs typeface="TT Fors"/>
                  <a:sym typeface="TT Fors"/>
                </a:rPr>
                <a:t>non-</a:t>
              </a:r>
              <a:r>
                <a:rPr lang="en-US" sz="2100" strike="noStrike" u="none">
                  <a:solidFill>
                    <a:srgbClr val="0A2E4D"/>
                  </a:solidFill>
                  <a:latin typeface="TT Fors"/>
                  <a:ea typeface="TT Fors"/>
                  <a:cs typeface="TT Fors"/>
                  <a:sym typeface="TT Fors"/>
                </a:rPr>
                <a:t>functional requirements of the Egyptian Football League Simulator, c</a:t>
              </a:r>
              <a:r>
                <a:rPr lang="en-US" sz="2100" strike="noStrike" u="none">
                  <a:solidFill>
                    <a:srgbClr val="0A2E4D"/>
                  </a:solidFill>
                  <a:latin typeface="TT Fors"/>
                  <a:ea typeface="TT Fors"/>
                  <a:cs typeface="TT Fors"/>
                  <a:sym typeface="TT Fors"/>
                </a:rPr>
                <a:t>over</a:t>
              </a:r>
              <a:r>
                <a:rPr lang="en-US" sz="2100" strike="noStrike" u="none">
                  <a:solidFill>
                    <a:srgbClr val="0A2E4D"/>
                  </a:solidFill>
                  <a:latin typeface="TT Fors"/>
                  <a:ea typeface="TT Fors"/>
                  <a:cs typeface="TT Fors"/>
                  <a:sym typeface="TT Fors"/>
                </a:rPr>
                <a:t>ing </a:t>
              </a:r>
              <a:r>
                <a:rPr lang="en-US" sz="2100" strike="noStrike" u="none">
                  <a:solidFill>
                    <a:srgbClr val="0A2E4D"/>
                  </a:solidFill>
                  <a:latin typeface="TT Fors"/>
                  <a:ea typeface="TT Fors"/>
                  <a:cs typeface="TT Fors"/>
                  <a:sym typeface="TT Fors"/>
                </a:rPr>
                <a:t>perfor</a:t>
              </a:r>
              <a:r>
                <a:rPr lang="en-US" sz="2100" strike="noStrike" u="none">
                  <a:solidFill>
                    <a:srgbClr val="0A2E4D"/>
                  </a:solidFill>
                  <a:latin typeface="TT Fors"/>
                  <a:ea typeface="TT Fors"/>
                  <a:cs typeface="TT Fors"/>
                  <a:sym typeface="TT Fors"/>
                </a:rPr>
                <a:t>ma</a:t>
              </a:r>
              <a:r>
                <a:rPr lang="en-US" sz="2100" strike="noStrike" u="none">
                  <a:solidFill>
                    <a:srgbClr val="0A2E4D"/>
                  </a:solidFill>
                  <a:latin typeface="TT Fors"/>
                  <a:ea typeface="TT Fors"/>
                  <a:cs typeface="TT Fors"/>
                  <a:sym typeface="TT Fors"/>
                </a:rPr>
                <a:t>n</a:t>
              </a:r>
              <a:r>
                <a:rPr lang="en-US" sz="2100" strike="noStrike" u="none">
                  <a:solidFill>
                    <a:srgbClr val="0A2E4D"/>
                  </a:solidFill>
                  <a:latin typeface="TT Fors"/>
                  <a:ea typeface="TT Fors"/>
                  <a:cs typeface="TT Fors"/>
                  <a:sym typeface="TT Fors"/>
                </a:rPr>
                <a:t>c</a:t>
              </a:r>
              <a:r>
                <a:rPr lang="en-US" sz="2100" strike="noStrike" u="none">
                  <a:solidFill>
                    <a:srgbClr val="0A2E4D"/>
                  </a:solidFill>
                  <a:latin typeface="TT Fors"/>
                  <a:ea typeface="TT Fors"/>
                  <a:cs typeface="TT Fors"/>
                  <a:sym typeface="TT Fors"/>
                </a:rPr>
                <a:t>e,</a:t>
              </a:r>
              <a:r>
                <a:rPr lang="en-US" sz="2100" strike="noStrike" u="none">
                  <a:solidFill>
                    <a:srgbClr val="0A2E4D"/>
                  </a:solidFill>
                  <a:latin typeface="TT Fors"/>
                  <a:ea typeface="TT Fors"/>
                  <a:cs typeface="TT Fors"/>
                  <a:sym typeface="TT Fors"/>
                </a:rPr>
                <a:t> </a:t>
              </a:r>
              <a:r>
                <a:rPr lang="en-US" sz="2100" strike="noStrike" u="none">
                  <a:solidFill>
                    <a:srgbClr val="0A2E4D"/>
                  </a:solidFill>
                  <a:latin typeface="TT Fors"/>
                  <a:ea typeface="TT Fors"/>
                  <a:cs typeface="TT Fors"/>
                  <a:sym typeface="TT Fors"/>
                </a:rPr>
                <a:t>r</a:t>
              </a:r>
              <a:r>
                <a:rPr lang="en-US" sz="2100" strike="noStrike" u="none">
                  <a:solidFill>
                    <a:srgbClr val="0A2E4D"/>
                  </a:solidFill>
                  <a:latin typeface="TT Fors"/>
                  <a:ea typeface="TT Fors"/>
                  <a:cs typeface="TT Fors"/>
                  <a:sym typeface="TT Fors"/>
                </a:rPr>
                <a:t>eliabili</a:t>
              </a:r>
              <a:r>
                <a:rPr lang="en-US" sz="2100" strike="noStrike" u="none">
                  <a:solidFill>
                    <a:srgbClr val="0A2E4D"/>
                  </a:solidFill>
                  <a:latin typeface="TT Fors"/>
                  <a:ea typeface="TT Fors"/>
                  <a:cs typeface="TT Fors"/>
                  <a:sym typeface="TT Fors"/>
                </a:rPr>
                <a:t>ty</a:t>
              </a:r>
              <a:r>
                <a:rPr lang="en-US" sz="2100" strike="noStrike" u="none">
                  <a:solidFill>
                    <a:srgbClr val="0A2E4D"/>
                  </a:solidFill>
                  <a:latin typeface="TT Fors"/>
                  <a:ea typeface="TT Fors"/>
                  <a:cs typeface="TT Fors"/>
                  <a:sym typeface="TT Fors"/>
                </a:rPr>
                <a:t>, u</a:t>
              </a:r>
              <a:r>
                <a:rPr lang="en-US" sz="2100" strike="noStrike" u="none">
                  <a:solidFill>
                    <a:srgbClr val="0A2E4D"/>
                  </a:solidFill>
                  <a:latin typeface="TT Fors"/>
                  <a:ea typeface="TT Fors"/>
                  <a:cs typeface="TT Fors"/>
                  <a:sym typeface="TT Fors"/>
                </a:rPr>
                <a:t>sabi</a:t>
              </a:r>
              <a:r>
                <a:rPr lang="en-US" sz="2100" strike="noStrike" u="none">
                  <a:solidFill>
                    <a:srgbClr val="0A2E4D"/>
                  </a:solidFill>
                  <a:latin typeface="TT Fors"/>
                  <a:ea typeface="TT Fors"/>
                  <a:cs typeface="TT Fors"/>
                  <a:sym typeface="TT Fors"/>
                </a:rPr>
                <a:t>l</a:t>
              </a:r>
              <a:r>
                <a:rPr lang="en-US" sz="2100" strike="noStrike" u="none">
                  <a:solidFill>
                    <a:srgbClr val="0A2E4D"/>
                  </a:solidFill>
                  <a:latin typeface="TT Fors"/>
                  <a:ea typeface="TT Fors"/>
                  <a:cs typeface="TT Fors"/>
                  <a:sym typeface="TT Fors"/>
                </a:rPr>
                <a:t>i</a:t>
              </a:r>
              <a:r>
                <a:rPr lang="en-US" sz="2100" strike="noStrike" u="none">
                  <a:solidFill>
                    <a:srgbClr val="0A2E4D"/>
                  </a:solidFill>
                  <a:latin typeface="TT Fors"/>
                  <a:ea typeface="TT Fors"/>
                  <a:cs typeface="TT Fors"/>
                  <a:sym typeface="TT Fors"/>
                </a:rPr>
                <a:t>ty, </a:t>
              </a:r>
              <a:r>
                <a:rPr lang="en-US" sz="2100" strike="noStrike" u="none">
                  <a:solidFill>
                    <a:srgbClr val="0A2E4D"/>
                  </a:solidFill>
                  <a:latin typeface="TT Fors"/>
                  <a:ea typeface="TT Fors"/>
                  <a:cs typeface="TT Fors"/>
                  <a:sym typeface="TT Fors"/>
                </a:rPr>
                <a:t>scal</a:t>
              </a:r>
              <a:r>
                <a:rPr lang="en-US" sz="2100" strike="noStrike" u="none">
                  <a:solidFill>
                    <a:srgbClr val="0A2E4D"/>
                  </a:solidFill>
                  <a:latin typeface="TT Fors"/>
                  <a:ea typeface="TT Fors"/>
                  <a:cs typeface="TT Fors"/>
                  <a:sym typeface="TT Fors"/>
                </a:rPr>
                <a:t>abi</a:t>
              </a:r>
              <a:r>
                <a:rPr lang="en-US" sz="2100" strike="noStrike" u="none">
                  <a:solidFill>
                    <a:srgbClr val="0A2E4D"/>
                  </a:solidFill>
                  <a:latin typeface="TT Fors"/>
                  <a:ea typeface="TT Fors"/>
                  <a:cs typeface="TT Fors"/>
                  <a:sym typeface="TT Fors"/>
                </a:rPr>
                <a:t>lity</a:t>
              </a:r>
              <a:r>
                <a:rPr lang="en-US" sz="2100" strike="noStrike" u="none">
                  <a:solidFill>
                    <a:srgbClr val="0A2E4D"/>
                  </a:solidFill>
                  <a:latin typeface="TT Fors"/>
                  <a:ea typeface="TT Fors"/>
                  <a:cs typeface="TT Fors"/>
                  <a:sym typeface="TT Fors"/>
                </a:rPr>
                <a:t>, and s</a:t>
              </a:r>
              <a:r>
                <a:rPr lang="en-US" sz="2100" strike="noStrike" u="none">
                  <a:solidFill>
                    <a:srgbClr val="0A2E4D"/>
                  </a:solidFill>
                  <a:latin typeface="TT Fors"/>
                  <a:ea typeface="TT Fors"/>
                  <a:cs typeface="TT Fors"/>
                  <a:sym typeface="TT Fors"/>
                </a:rPr>
                <a:t>e</a:t>
              </a:r>
              <a:r>
                <a:rPr lang="en-US" sz="2100" strike="noStrike" u="none">
                  <a:solidFill>
                    <a:srgbClr val="0A2E4D"/>
                  </a:solidFill>
                  <a:latin typeface="TT Fors"/>
                  <a:ea typeface="TT Fors"/>
                  <a:cs typeface="TT Fors"/>
                  <a:sym typeface="TT Fors"/>
                </a:rPr>
                <a:t>cu</a:t>
              </a:r>
              <a:r>
                <a:rPr lang="en-US" sz="2100" strike="noStrike" u="none">
                  <a:solidFill>
                    <a:srgbClr val="0A2E4D"/>
                  </a:solidFill>
                  <a:latin typeface="TT Fors"/>
                  <a:ea typeface="TT Fors"/>
                  <a:cs typeface="TT Fors"/>
                  <a:sym typeface="TT Fors"/>
                </a:rPr>
                <a:t>r</a:t>
              </a:r>
              <a:r>
                <a:rPr lang="en-US" sz="2100" strike="noStrike" u="none">
                  <a:solidFill>
                    <a:srgbClr val="0A2E4D"/>
                  </a:solidFill>
                  <a:latin typeface="TT Fors"/>
                  <a:ea typeface="TT Fors"/>
                  <a:cs typeface="TT Fors"/>
                  <a:sym typeface="TT Fors"/>
                </a:rPr>
                <a:t>i</a:t>
              </a:r>
              <a:r>
                <a:rPr lang="en-US" sz="2100" strike="noStrike" u="none">
                  <a:solidFill>
                    <a:srgbClr val="0A2E4D"/>
                  </a:solidFill>
                  <a:latin typeface="TT Fors"/>
                  <a:ea typeface="TT Fors"/>
                  <a:cs typeface="TT Fors"/>
                  <a:sym typeface="TT Fors"/>
                </a:rPr>
                <a:t>ty</a:t>
              </a:r>
              <a:r>
                <a:rPr lang="en-US" sz="2100" strike="noStrike" u="none">
                  <a:solidFill>
                    <a:srgbClr val="0A2E4D"/>
                  </a:solidFill>
                  <a:latin typeface="TT Fors"/>
                  <a:ea typeface="TT Fors"/>
                  <a:cs typeface="TT Fors"/>
                  <a:sym typeface="TT Fors"/>
                </a:rPr>
                <a:t> standards. These attribute</a:t>
              </a:r>
              <a:r>
                <a:rPr lang="en-US" sz="2100" strike="noStrike" u="none">
                  <a:solidFill>
                    <a:srgbClr val="0A2E4D"/>
                  </a:solidFill>
                  <a:latin typeface="TT Fors"/>
                  <a:ea typeface="TT Fors"/>
                  <a:cs typeface="TT Fors"/>
                  <a:sym typeface="TT Fors"/>
                </a:rPr>
                <a:t>s</a:t>
              </a:r>
              <a:r>
                <a:rPr lang="en-US" sz="2100" strike="noStrike" u="none">
                  <a:solidFill>
                    <a:srgbClr val="0A2E4D"/>
                  </a:solidFill>
                  <a:latin typeface="TT Fors"/>
                  <a:ea typeface="TT Fors"/>
                  <a:cs typeface="TT Fors"/>
                  <a:sym typeface="TT Fors"/>
                </a:rPr>
                <a:t> ensure the pl</a:t>
              </a:r>
              <a:r>
                <a:rPr lang="en-US" sz="2100" strike="noStrike" u="none">
                  <a:solidFill>
                    <a:srgbClr val="0A2E4D"/>
                  </a:solidFill>
                  <a:latin typeface="TT Fors"/>
                  <a:ea typeface="TT Fors"/>
                  <a:cs typeface="TT Fors"/>
                  <a:sym typeface="TT Fors"/>
                </a:rPr>
                <a:t>atf</a:t>
              </a:r>
              <a:r>
                <a:rPr lang="en-US" sz="2100" strike="noStrike" u="none">
                  <a:solidFill>
                    <a:srgbClr val="0A2E4D"/>
                  </a:solidFill>
                  <a:latin typeface="TT Fors"/>
                  <a:ea typeface="TT Fors"/>
                  <a:cs typeface="TT Fors"/>
                  <a:sym typeface="TT Fors"/>
                </a:rPr>
                <a:t>orm runs </a:t>
              </a:r>
              <a:r>
                <a:rPr lang="en-US" sz="2100" strike="noStrike" u="none">
                  <a:solidFill>
                    <a:srgbClr val="0A2E4D"/>
                  </a:solidFill>
                  <a:latin typeface="TT Fors"/>
                  <a:ea typeface="TT Fors"/>
                  <a:cs typeface="TT Fors"/>
                  <a:sym typeface="TT Fors"/>
                </a:rPr>
                <a:t>eff</a:t>
              </a:r>
              <a:r>
                <a:rPr lang="en-US" sz="2100" strike="noStrike" u="none">
                  <a:solidFill>
                    <a:srgbClr val="0A2E4D"/>
                  </a:solidFill>
                  <a:latin typeface="TT Fors"/>
                  <a:ea typeface="TT Fors"/>
                  <a:cs typeface="TT Fors"/>
                  <a:sym typeface="TT Fors"/>
                </a:rPr>
                <a:t>ici</a:t>
              </a:r>
              <a:r>
                <a:rPr lang="en-US" sz="2100" strike="noStrike" u="none">
                  <a:solidFill>
                    <a:srgbClr val="0A2E4D"/>
                  </a:solidFill>
                  <a:latin typeface="TT Fors"/>
                  <a:ea typeface="TT Fors"/>
                  <a:cs typeface="TT Fors"/>
                  <a:sym typeface="TT Fors"/>
                </a:rPr>
                <a:t>en</a:t>
              </a:r>
              <a:r>
                <a:rPr lang="en-US" sz="2100" strike="noStrike" u="none">
                  <a:solidFill>
                    <a:srgbClr val="0A2E4D"/>
                  </a:solidFill>
                  <a:latin typeface="TT Fors"/>
                  <a:ea typeface="TT Fors"/>
                  <a:cs typeface="TT Fors"/>
                  <a:sym typeface="TT Fors"/>
                </a:rPr>
                <a:t>t</a:t>
              </a:r>
              <a:r>
                <a:rPr lang="en-US" sz="2100" strike="noStrike" u="none">
                  <a:solidFill>
                    <a:srgbClr val="0A2E4D"/>
                  </a:solidFill>
                  <a:latin typeface="TT Fors"/>
                  <a:ea typeface="TT Fors"/>
                  <a:cs typeface="TT Fors"/>
                  <a:sym typeface="TT Fors"/>
                </a:rPr>
                <a:t>ly,</a:t>
              </a:r>
              <a:r>
                <a:rPr lang="en-US" sz="2100" strike="noStrike" u="none">
                  <a:solidFill>
                    <a:srgbClr val="0A2E4D"/>
                  </a:solidFill>
                  <a:latin typeface="TT Fors"/>
                  <a:ea typeface="TT Fors"/>
                  <a:cs typeface="TT Fors"/>
                  <a:sym typeface="TT Fors"/>
                </a:rPr>
                <a:t> h</a:t>
              </a:r>
              <a:r>
                <a:rPr lang="en-US" sz="2100" strike="noStrike" u="none">
                  <a:solidFill>
                    <a:srgbClr val="0A2E4D"/>
                  </a:solidFill>
                  <a:latin typeface="TT Fors"/>
                  <a:ea typeface="TT Fors"/>
                  <a:cs typeface="TT Fors"/>
                  <a:sym typeface="TT Fors"/>
                </a:rPr>
                <a:t>andl</a:t>
              </a:r>
              <a:r>
                <a:rPr lang="en-US" sz="2100" strike="noStrike" u="none">
                  <a:solidFill>
                    <a:srgbClr val="0A2E4D"/>
                  </a:solidFill>
                  <a:latin typeface="TT Fors"/>
                  <a:ea typeface="TT Fors"/>
                  <a:cs typeface="TT Fors"/>
                  <a:sym typeface="TT Fors"/>
                </a:rPr>
                <a:t>es u</a:t>
              </a:r>
              <a:r>
                <a:rPr lang="en-US" sz="2100" strike="noStrike" u="none">
                  <a:solidFill>
                    <a:srgbClr val="0A2E4D"/>
                  </a:solidFill>
                  <a:latin typeface="TT Fors"/>
                  <a:ea typeface="TT Fors"/>
                  <a:cs typeface="TT Fors"/>
                  <a:sym typeface="TT Fors"/>
                </a:rPr>
                <a:t>s</a:t>
              </a:r>
              <a:r>
                <a:rPr lang="en-US" sz="2100" strike="noStrike" u="none">
                  <a:solidFill>
                    <a:srgbClr val="0A2E4D"/>
                  </a:solidFill>
                  <a:latin typeface="TT Fors"/>
                  <a:ea typeface="TT Fors"/>
                  <a:cs typeface="TT Fors"/>
                  <a:sym typeface="TT Fors"/>
                </a:rPr>
                <a:t>e</a:t>
              </a:r>
              <a:r>
                <a:rPr lang="en-US" sz="2100" strike="noStrike" u="none">
                  <a:solidFill>
                    <a:srgbClr val="0A2E4D"/>
                  </a:solidFill>
                  <a:latin typeface="TT Fors"/>
                  <a:ea typeface="TT Fors"/>
                  <a:cs typeface="TT Fors"/>
                  <a:sym typeface="TT Fors"/>
                </a:rPr>
                <a:t>r</a:t>
              </a:r>
              <a:r>
                <a:rPr lang="en-US" sz="2100" strike="noStrike" u="none">
                  <a:solidFill>
                    <a:srgbClr val="0A2E4D"/>
                  </a:solidFill>
                  <a:latin typeface="TT Fors"/>
                  <a:ea typeface="TT Fors"/>
                  <a:cs typeface="TT Fors"/>
                  <a:sym typeface="TT Fors"/>
                </a:rPr>
                <a:t> </a:t>
              </a:r>
              <a:r>
                <a:rPr lang="en-US" sz="2100" strike="noStrike" u="none">
                  <a:solidFill>
                    <a:srgbClr val="0A2E4D"/>
                  </a:solidFill>
                  <a:latin typeface="TT Fors"/>
                  <a:ea typeface="TT Fors"/>
                  <a:cs typeface="TT Fors"/>
                  <a:sym typeface="TT Fors"/>
                </a:rPr>
                <a:t>i</a:t>
              </a:r>
              <a:r>
                <a:rPr lang="en-US" sz="2100" strike="noStrike" u="none">
                  <a:solidFill>
                    <a:srgbClr val="0A2E4D"/>
                  </a:solidFill>
                  <a:latin typeface="TT Fors"/>
                  <a:ea typeface="TT Fors"/>
                  <a:cs typeface="TT Fors"/>
                  <a:sym typeface="TT Fors"/>
                </a:rPr>
                <a:t>nt</a:t>
              </a:r>
              <a:r>
                <a:rPr lang="en-US" sz="2100" strike="noStrike" u="none">
                  <a:solidFill>
                    <a:srgbClr val="0A2E4D"/>
                  </a:solidFill>
                  <a:latin typeface="TT Fors"/>
                  <a:ea typeface="TT Fors"/>
                  <a:cs typeface="TT Fors"/>
                  <a:sym typeface="TT Fors"/>
                </a:rPr>
                <a:t>e</a:t>
              </a:r>
              <a:r>
                <a:rPr lang="en-US" sz="2100" strike="noStrike" u="none">
                  <a:solidFill>
                    <a:srgbClr val="0A2E4D"/>
                  </a:solidFill>
                  <a:latin typeface="TT Fors"/>
                  <a:ea typeface="TT Fors"/>
                  <a:cs typeface="TT Fors"/>
                  <a:sym typeface="TT Fors"/>
                </a:rPr>
                <a:t>racti</a:t>
              </a:r>
              <a:r>
                <a:rPr lang="en-US" sz="2100" strike="noStrike" u="none">
                  <a:solidFill>
                    <a:srgbClr val="0A2E4D"/>
                  </a:solidFill>
                  <a:latin typeface="TT Fors"/>
                  <a:ea typeface="TT Fors"/>
                  <a:cs typeface="TT Fors"/>
                  <a:sym typeface="TT Fors"/>
                </a:rPr>
                <a:t>on</a:t>
              </a:r>
              <a:r>
                <a:rPr lang="en-US" sz="2100" strike="noStrike" u="none">
                  <a:solidFill>
                    <a:srgbClr val="0A2E4D"/>
                  </a:solidFill>
                  <a:latin typeface="TT Fors"/>
                  <a:ea typeface="TT Fors"/>
                  <a:cs typeface="TT Fors"/>
                  <a:sym typeface="TT Fors"/>
                </a:rPr>
                <a:t>s </a:t>
              </a:r>
              <a:r>
                <a:rPr lang="en-US" sz="2100" strike="noStrike" u="none">
                  <a:solidFill>
                    <a:srgbClr val="0A2E4D"/>
                  </a:solidFill>
                  <a:latin typeface="TT Fors"/>
                  <a:ea typeface="TT Fors"/>
                  <a:cs typeface="TT Fors"/>
                  <a:sym typeface="TT Fors"/>
                </a:rPr>
                <a:t>sm</a:t>
              </a:r>
              <a:r>
                <a:rPr lang="en-US" sz="2100" strike="noStrike" u="none">
                  <a:solidFill>
                    <a:srgbClr val="0A2E4D"/>
                  </a:solidFill>
                  <a:latin typeface="TT Fors"/>
                  <a:ea typeface="TT Fors"/>
                  <a:cs typeface="TT Fors"/>
                  <a:sym typeface="TT Fors"/>
                </a:rPr>
                <a:t>o</a:t>
              </a:r>
              <a:r>
                <a:rPr lang="en-US" sz="2100" strike="noStrike" u="none">
                  <a:solidFill>
                    <a:srgbClr val="0A2E4D"/>
                  </a:solidFill>
                  <a:latin typeface="TT Fors"/>
                  <a:ea typeface="TT Fors"/>
                  <a:cs typeface="TT Fors"/>
                  <a:sym typeface="TT Fors"/>
                </a:rPr>
                <a:t>oth</a:t>
              </a:r>
              <a:r>
                <a:rPr lang="en-US" sz="2100" strike="noStrike" u="none">
                  <a:solidFill>
                    <a:srgbClr val="0A2E4D"/>
                  </a:solidFill>
                  <a:latin typeface="TT Fors"/>
                  <a:ea typeface="TT Fors"/>
                  <a:cs typeface="TT Fors"/>
                  <a:sym typeface="TT Fors"/>
                </a:rPr>
                <a:t>l</a:t>
              </a:r>
              <a:r>
                <a:rPr lang="en-US" sz="2100" strike="noStrike" u="none">
                  <a:solidFill>
                    <a:srgbClr val="0A2E4D"/>
                  </a:solidFill>
                  <a:latin typeface="TT Fors"/>
                  <a:ea typeface="TT Fors"/>
                  <a:cs typeface="TT Fors"/>
                  <a:sym typeface="TT Fors"/>
                </a:rPr>
                <a:t>y, a</a:t>
              </a:r>
              <a:r>
                <a:rPr lang="en-US" sz="2100" strike="noStrike" u="none">
                  <a:solidFill>
                    <a:srgbClr val="0A2E4D"/>
                  </a:solidFill>
                  <a:latin typeface="TT Fors"/>
                  <a:ea typeface="TT Fors"/>
                  <a:cs typeface="TT Fors"/>
                  <a:sym typeface="TT Fors"/>
                </a:rPr>
                <a:t>n</a:t>
              </a:r>
              <a:r>
                <a:rPr lang="en-US" sz="2100" strike="noStrike" u="none">
                  <a:solidFill>
                    <a:srgbClr val="0A2E4D"/>
                  </a:solidFill>
                  <a:latin typeface="TT Fors"/>
                  <a:ea typeface="TT Fors"/>
                  <a:cs typeface="TT Fors"/>
                  <a:sym typeface="TT Fors"/>
                </a:rPr>
                <a:t>d</a:t>
              </a:r>
              <a:r>
                <a:rPr lang="en-US" sz="2100" strike="noStrike" u="none">
                  <a:solidFill>
                    <a:srgbClr val="0A2E4D"/>
                  </a:solidFill>
                  <a:latin typeface="TT Fors"/>
                  <a:ea typeface="TT Fors"/>
                  <a:cs typeface="TT Fors"/>
                  <a:sym typeface="TT Fors"/>
                </a:rPr>
                <a:t> </a:t>
              </a:r>
              <a:r>
                <a:rPr lang="en-US" sz="2100" strike="noStrike" u="none">
                  <a:solidFill>
                    <a:srgbClr val="0A2E4D"/>
                  </a:solidFill>
                  <a:latin typeface="TT Fors"/>
                  <a:ea typeface="TT Fors"/>
                  <a:cs typeface="TT Fors"/>
                  <a:sym typeface="TT Fors"/>
                </a:rPr>
                <a:t>m</a:t>
              </a:r>
              <a:r>
                <a:rPr lang="en-US" sz="2100" strike="noStrike" u="none">
                  <a:solidFill>
                    <a:srgbClr val="0A2E4D"/>
                  </a:solidFill>
                  <a:latin typeface="TT Fors"/>
                  <a:ea typeface="TT Fors"/>
                  <a:cs typeface="TT Fors"/>
                  <a:sym typeface="TT Fors"/>
                </a:rPr>
                <a:t>aintai</a:t>
              </a:r>
              <a:r>
                <a:rPr lang="en-US" sz="2100" strike="noStrike" u="none">
                  <a:solidFill>
                    <a:srgbClr val="0A2E4D"/>
                  </a:solidFill>
                  <a:latin typeface="TT Fors"/>
                  <a:ea typeface="TT Fors"/>
                  <a:cs typeface="TT Fors"/>
                  <a:sym typeface="TT Fors"/>
                </a:rPr>
                <a:t>ns</a:t>
              </a:r>
              <a:r>
                <a:rPr lang="en-US" sz="2100" strike="noStrike" u="none">
                  <a:solidFill>
                    <a:srgbClr val="0A2E4D"/>
                  </a:solidFill>
                  <a:latin typeface="TT Fors"/>
                  <a:ea typeface="TT Fors"/>
                  <a:cs typeface="TT Fors"/>
                  <a:sym typeface="TT Fors"/>
                </a:rPr>
                <a:t> a consi</a:t>
              </a:r>
              <a:r>
                <a:rPr lang="en-US" sz="2100" strike="noStrike" u="none">
                  <a:solidFill>
                    <a:srgbClr val="0A2E4D"/>
                  </a:solidFill>
                  <a:latin typeface="TT Fors"/>
                  <a:ea typeface="TT Fors"/>
                  <a:cs typeface="TT Fors"/>
                  <a:sym typeface="TT Fors"/>
                </a:rPr>
                <a:t>ste</a:t>
              </a:r>
              <a:r>
                <a:rPr lang="en-US" sz="2100" strike="noStrike" u="none">
                  <a:solidFill>
                    <a:srgbClr val="0A2E4D"/>
                  </a:solidFill>
                  <a:latin typeface="TT Fors"/>
                  <a:ea typeface="TT Fors"/>
                  <a:cs typeface="TT Fors"/>
                  <a:sym typeface="TT Fors"/>
                </a:rPr>
                <a:t>n</a:t>
              </a:r>
              <a:r>
                <a:rPr lang="en-US" sz="2100" strike="noStrike" u="none">
                  <a:solidFill>
                    <a:srgbClr val="0A2E4D"/>
                  </a:solidFill>
                  <a:latin typeface="TT Fors"/>
                  <a:ea typeface="TT Fors"/>
                  <a:cs typeface="TT Fors"/>
                  <a:sym typeface="TT Fors"/>
                </a:rPr>
                <a:t>t,</a:t>
              </a:r>
              <a:r>
                <a:rPr lang="en-US" sz="2100" strike="noStrike" u="none">
                  <a:solidFill>
                    <a:srgbClr val="0A2E4D"/>
                  </a:solidFill>
                  <a:latin typeface="TT Fors"/>
                  <a:ea typeface="TT Fors"/>
                  <a:cs typeface="TT Fors"/>
                  <a:sym typeface="TT Fors"/>
                </a:rPr>
                <a:t> secur</a:t>
              </a:r>
              <a:r>
                <a:rPr lang="en-US" sz="2100" strike="noStrike" u="none">
                  <a:solidFill>
                    <a:srgbClr val="0A2E4D"/>
                  </a:solidFill>
                  <a:latin typeface="TT Fors"/>
                  <a:ea typeface="TT Fors"/>
                  <a:cs typeface="TT Fors"/>
                  <a:sym typeface="TT Fors"/>
                </a:rPr>
                <a:t>e</a:t>
              </a:r>
              <a:r>
                <a:rPr lang="en-US" sz="2100" strike="noStrike" u="none">
                  <a:solidFill>
                    <a:srgbClr val="0A2E4D"/>
                  </a:solidFill>
                  <a:latin typeface="TT Fors"/>
                  <a:ea typeface="TT Fors"/>
                  <a:cs typeface="TT Fors"/>
                  <a:sym typeface="TT Fors"/>
                </a:rPr>
                <a:t> experience</a:t>
              </a:r>
              <a:r>
                <a:rPr lang="en-US" sz="2100" strike="noStrike" u="none">
                  <a:solidFill>
                    <a:srgbClr val="0A2E4D"/>
                  </a:solidFill>
                  <a:latin typeface="TT Fors"/>
                  <a:ea typeface="TT Fors"/>
                  <a:cs typeface="TT Fors"/>
                  <a:sym typeface="TT Fors"/>
                </a:rPr>
                <a:t> across all features</a:t>
              </a:r>
              <a:r>
                <a:rPr lang="en-US" sz="2100" strike="noStrike" u="none">
                  <a:solidFill>
                    <a:srgbClr val="0A2E4D"/>
                  </a:solidFill>
                  <a:latin typeface="TT Fors"/>
                  <a:ea typeface="TT Fors"/>
                  <a:cs typeface="TT Fors"/>
                  <a:sym typeface="TT Fors"/>
                </a:rPr>
                <a:t>.</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66750" y="657225"/>
            <a:ext cx="9601165" cy="1222376"/>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7F0D9"/>
                </a:solidFill>
                <a:latin typeface="ITC Avant Garde Gothic"/>
                <a:ea typeface="ITC Avant Garde Gothic"/>
                <a:cs typeface="ITC Avant Garde Gothic"/>
                <a:sym typeface="ITC Avant Garde Gothic"/>
              </a:rPr>
              <a:t>Use Case Overview</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0D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874723" cy="8134073"/>
            <a:chOff x="0" y="0"/>
            <a:chExt cx="22499630" cy="10845431"/>
          </a:xfrm>
        </p:grpSpPr>
        <p:sp>
          <p:nvSpPr>
            <p:cNvPr name="TextBox 3" id="3"/>
            <p:cNvSpPr txBox="true"/>
            <p:nvPr/>
          </p:nvSpPr>
          <p:spPr>
            <a:xfrm rot="0">
              <a:off x="0" y="0"/>
              <a:ext cx="19682454" cy="3905250"/>
            </a:xfrm>
            <a:prstGeom prst="rect">
              <a:avLst/>
            </a:prstGeom>
          </p:spPr>
          <p:txBody>
            <a:bodyPr anchor="t" rtlCol="false" tIns="0" lIns="0" bIns="0" rIns="0">
              <a:spAutoFit/>
            </a:bodyPr>
            <a:lstStyle/>
            <a:p>
              <a:pPr algn="l" marL="0" indent="0" lvl="0">
                <a:lnSpc>
                  <a:spcPts val="10542"/>
                </a:lnSpc>
                <a:spcBef>
                  <a:spcPct val="0"/>
                </a:spcBef>
              </a:pPr>
              <a:r>
                <a:rPr lang="en-US" sz="10542" spc="-316">
                  <a:solidFill>
                    <a:srgbClr val="0A2E4D"/>
                  </a:solidFill>
                  <a:latin typeface="ITC Avant Garde Gothic"/>
                  <a:ea typeface="ITC Avant Garde Gothic"/>
                  <a:cs typeface="ITC Avant Garde Gothic"/>
                  <a:sym typeface="ITC Avant Garde Gothic"/>
                </a:rPr>
                <a:t>Seque</a:t>
              </a:r>
              <a:r>
                <a:rPr lang="en-US" sz="10542" spc="-316" strike="noStrike" u="none">
                  <a:solidFill>
                    <a:srgbClr val="0A2E4D"/>
                  </a:solidFill>
                  <a:latin typeface="ITC Avant Garde Gothic"/>
                  <a:ea typeface="ITC Avant Garde Gothic"/>
                  <a:cs typeface="ITC Avant Garde Gothic"/>
                  <a:sym typeface="ITC Avant Garde Gothic"/>
                </a:rPr>
                <a:t>n</a:t>
              </a:r>
              <a:r>
                <a:rPr lang="en-US" sz="10542" spc="-316" strike="noStrike" u="none">
                  <a:solidFill>
                    <a:srgbClr val="0A2E4D"/>
                  </a:solidFill>
                  <a:latin typeface="ITC Avant Garde Gothic"/>
                  <a:ea typeface="ITC Avant Garde Gothic"/>
                  <a:cs typeface="ITC Avant Garde Gothic"/>
                  <a:sym typeface="ITC Avant Garde Gothic"/>
                </a:rPr>
                <a:t>ces Diagrams Ove</a:t>
              </a:r>
              <a:r>
                <a:rPr lang="en-US" sz="10542" spc="-316" strike="noStrike" u="none">
                  <a:solidFill>
                    <a:srgbClr val="0A2E4D"/>
                  </a:solidFill>
                  <a:latin typeface="ITC Avant Garde Gothic"/>
                  <a:ea typeface="ITC Avant Garde Gothic"/>
                  <a:cs typeface="ITC Avant Garde Gothic"/>
                  <a:sym typeface="ITC Avant Garde Gothic"/>
                </a:rPr>
                <a:t>r</a:t>
              </a:r>
              <a:r>
                <a:rPr lang="en-US" sz="10542" spc="-316" strike="noStrike" u="none">
                  <a:solidFill>
                    <a:srgbClr val="0A2E4D"/>
                  </a:solidFill>
                  <a:latin typeface="ITC Avant Garde Gothic"/>
                  <a:ea typeface="ITC Avant Garde Gothic"/>
                  <a:cs typeface="ITC Avant Garde Gothic"/>
                  <a:sym typeface="ITC Avant Garde Gothic"/>
                </a:rPr>
                <a:t>v</a:t>
              </a:r>
              <a:r>
                <a:rPr lang="en-US" sz="10542" spc="-316" strike="noStrike" u="none">
                  <a:solidFill>
                    <a:srgbClr val="0A2E4D"/>
                  </a:solidFill>
                  <a:latin typeface="ITC Avant Garde Gothic"/>
                  <a:ea typeface="ITC Avant Garde Gothic"/>
                  <a:cs typeface="ITC Avant Garde Gothic"/>
                  <a:sym typeface="ITC Avant Garde Gothic"/>
                </a:rPr>
                <a:t>i</a:t>
              </a:r>
              <a:r>
                <a:rPr lang="en-US" sz="10542" spc="-316" strike="noStrike" u="none">
                  <a:solidFill>
                    <a:srgbClr val="0A2E4D"/>
                  </a:solidFill>
                  <a:latin typeface="ITC Avant Garde Gothic"/>
                  <a:ea typeface="ITC Avant Garde Gothic"/>
                  <a:cs typeface="ITC Avant Garde Gothic"/>
                  <a:sym typeface="ITC Avant Garde Gothic"/>
                </a:rPr>
                <a:t>ew</a:t>
              </a:r>
            </a:p>
          </p:txBody>
        </p:sp>
        <p:sp>
          <p:nvSpPr>
            <p:cNvPr name="TextBox 4" id="4"/>
            <p:cNvSpPr txBox="true"/>
            <p:nvPr/>
          </p:nvSpPr>
          <p:spPr>
            <a:xfrm rot="0">
              <a:off x="0" y="4879939"/>
              <a:ext cx="22499630" cy="5965491"/>
            </a:xfrm>
            <a:prstGeom prst="rect">
              <a:avLst/>
            </a:prstGeom>
          </p:spPr>
          <p:txBody>
            <a:bodyPr anchor="t" rtlCol="false" tIns="0" lIns="0" bIns="0" rIns="0">
              <a:spAutoFit/>
            </a:bodyPr>
            <a:lstStyle/>
            <a:p>
              <a:pPr algn="l">
                <a:lnSpc>
                  <a:spcPts val="5959"/>
                </a:lnSpc>
              </a:pPr>
            </a:p>
            <a:p>
              <a:pPr algn="l" marL="0" indent="0" lvl="0">
                <a:lnSpc>
                  <a:spcPts val="5959"/>
                </a:lnSpc>
              </a:pPr>
              <a:r>
                <a:rPr lang="en-US" sz="4256">
                  <a:solidFill>
                    <a:srgbClr val="0A2E4D"/>
                  </a:solidFill>
                  <a:latin typeface="TT Fors"/>
                  <a:ea typeface="TT Fors"/>
                  <a:cs typeface="TT Fors"/>
                  <a:sym typeface="TT Fors"/>
                </a:rPr>
                <a:t>This</a:t>
              </a:r>
              <a:r>
                <a:rPr lang="en-US" sz="4256">
                  <a:solidFill>
                    <a:srgbClr val="0A2E4D"/>
                  </a:solidFill>
                  <a:latin typeface="TT Fors"/>
                  <a:ea typeface="TT Fors"/>
                  <a:cs typeface="TT Fors"/>
                  <a:sym typeface="TT Fors"/>
                </a:rPr>
                <a:t> diagrams show the step-by-step flow of interactions between system components.</a:t>
              </a:r>
            </a:p>
            <a:p>
              <a:pPr algn="l" marL="0" indent="0" lvl="0">
                <a:lnSpc>
                  <a:spcPts val="5959"/>
                </a:lnSpc>
              </a:pPr>
              <a:r>
                <a:rPr lang="en-US" sz="4256">
                  <a:solidFill>
                    <a:srgbClr val="0A2E4D"/>
                  </a:solidFill>
                  <a:latin typeface="TT Fors"/>
                  <a:ea typeface="TT Fors"/>
                  <a:cs typeface="TT Fors"/>
                  <a:sym typeface="TT Fors"/>
                </a:rPr>
                <a:t> It highlights the order of messages exchanged and clarifies how the process progresses over time.</a:t>
              </a:r>
            </a:p>
            <a:p>
              <a:pPr algn="l" marL="0" indent="0" lvl="0">
                <a:lnSpc>
                  <a:spcPts val="5959"/>
                </a:lnSpc>
              </a:pPr>
            </a:p>
          </p:txBody>
        </p:sp>
      </p:grpSp>
      <p:grpSp>
        <p:nvGrpSpPr>
          <p:cNvPr name="Group 5" id="5"/>
          <p:cNvGrpSpPr/>
          <p:nvPr/>
        </p:nvGrpSpPr>
        <p:grpSpPr>
          <a:xfrm rot="0">
            <a:off x="14744700" y="7829550"/>
            <a:ext cx="4846643" cy="1791955"/>
            <a:chOff x="0" y="0"/>
            <a:chExt cx="6462190" cy="2389273"/>
          </a:xfrm>
        </p:grpSpPr>
        <p:sp>
          <p:nvSpPr>
            <p:cNvPr name="Freeform 6" id="6"/>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6287935" y="666750"/>
            <a:ext cx="11693750" cy="9091890"/>
          </a:xfrm>
          <a:custGeom>
            <a:avLst/>
            <a:gdLst/>
            <a:ahLst/>
            <a:cxnLst/>
            <a:rect r="r" b="b" t="t" l="l"/>
            <a:pathLst>
              <a:path h="9091890" w="11693750">
                <a:moveTo>
                  <a:pt x="0" y="0"/>
                </a:moveTo>
                <a:lnTo>
                  <a:pt x="11693749" y="0"/>
                </a:lnTo>
                <a:lnTo>
                  <a:pt x="11693749" y="9091890"/>
                </a:lnTo>
                <a:lnTo>
                  <a:pt x="0" y="9091890"/>
                </a:lnTo>
                <a:lnTo>
                  <a:pt x="0" y="0"/>
                </a:lnTo>
                <a:close/>
              </a:path>
            </a:pathLst>
          </a:custGeom>
          <a:blipFill>
            <a:blip r:embed="rId2"/>
            <a:stretch>
              <a:fillRect l="0" t="0" r="0" b="0"/>
            </a:stretch>
          </a:blipFill>
        </p:spPr>
      </p:sp>
      <p:sp>
        <p:nvSpPr>
          <p:cNvPr name="TextBox 3" id="3"/>
          <p:cNvSpPr txBox="true"/>
          <p:nvPr/>
        </p:nvSpPr>
        <p:spPr>
          <a:xfrm rot="0">
            <a:off x="666750" y="657225"/>
            <a:ext cx="5143744" cy="2232026"/>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7F0D9"/>
                </a:solidFill>
                <a:latin typeface="ITC Avant Garde Gothic"/>
                <a:ea typeface="ITC Avant Garde Gothic"/>
                <a:cs typeface="ITC Avant Garde Gothic"/>
                <a:sym typeface="ITC Avant Garde Gothic"/>
              </a:rPr>
              <a:t>Game </a:t>
            </a:r>
            <a:r>
              <a:rPr lang="en-US" sz="8000" spc="-240" strike="noStrike" u="none">
                <a:solidFill>
                  <a:srgbClr val="F7F0D9"/>
                </a:solidFill>
                <a:latin typeface="ITC Avant Garde Gothic"/>
                <a:ea typeface="ITC Avant Garde Gothic"/>
                <a:cs typeface="ITC Avant Garde Gothic"/>
                <a:sym typeface="ITC Avant Garde Gothic"/>
              </a:rPr>
              <a:t>Sequence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5810494" y="666750"/>
            <a:ext cx="12227589" cy="8926140"/>
          </a:xfrm>
          <a:custGeom>
            <a:avLst/>
            <a:gdLst/>
            <a:ahLst/>
            <a:cxnLst/>
            <a:rect r="r" b="b" t="t" l="l"/>
            <a:pathLst>
              <a:path h="8926140" w="12227589">
                <a:moveTo>
                  <a:pt x="0" y="0"/>
                </a:moveTo>
                <a:lnTo>
                  <a:pt x="12227589" y="0"/>
                </a:lnTo>
                <a:lnTo>
                  <a:pt x="12227589" y="8926140"/>
                </a:lnTo>
                <a:lnTo>
                  <a:pt x="0" y="8926140"/>
                </a:lnTo>
                <a:lnTo>
                  <a:pt x="0" y="0"/>
                </a:lnTo>
                <a:close/>
              </a:path>
            </a:pathLst>
          </a:custGeom>
          <a:blipFill>
            <a:blip r:embed="rId2"/>
            <a:stretch>
              <a:fillRect l="0" t="0" r="0" b="0"/>
            </a:stretch>
          </a:blipFill>
        </p:spPr>
      </p:sp>
      <p:sp>
        <p:nvSpPr>
          <p:cNvPr name="TextBox 3" id="3"/>
          <p:cNvSpPr txBox="true"/>
          <p:nvPr/>
        </p:nvSpPr>
        <p:spPr>
          <a:xfrm rot="0">
            <a:off x="666750" y="657225"/>
            <a:ext cx="5143744" cy="32416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Le</a:t>
            </a:r>
            <a:r>
              <a:rPr lang="en-US" sz="8000" spc="-240" strike="noStrike" u="none">
                <a:solidFill>
                  <a:srgbClr val="F7F0D9"/>
                </a:solidFill>
                <a:latin typeface="ITC Avant Garde Gothic"/>
                <a:ea typeface="ITC Avant Garde Gothic"/>
                <a:cs typeface="ITC Avant Garde Gothic"/>
                <a:sym typeface="ITC Avant Garde Gothic"/>
              </a:rPr>
              <a:t>a</a:t>
            </a:r>
            <a:r>
              <a:rPr lang="en-US" sz="8000" spc="-240" strike="noStrike" u="none">
                <a:solidFill>
                  <a:srgbClr val="F7F0D9"/>
                </a:solidFill>
                <a:latin typeface="ITC Avant Garde Gothic"/>
                <a:ea typeface="ITC Avant Garde Gothic"/>
                <a:cs typeface="ITC Avant Garde Gothic"/>
                <a:sym typeface="ITC Avant Garde Gothic"/>
              </a:rPr>
              <a:t>gue Tabl</a:t>
            </a:r>
            <a:r>
              <a:rPr lang="en-US" sz="8000" spc="-240" strike="noStrike" u="none">
                <a:solidFill>
                  <a:srgbClr val="F7F0D9"/>
                </a:solidFill>
                <a:latin typeface="ITC Avant Garde Gothic"/>
                <a:ea typeface="ITC Avant Garde Gothic"/>
                <a:cs typeface="ITC Avant Garde Gothic"/>
                <a:sym typeface="ITC Avant Garde Gothic"/>
              </a:rPr>
              <a:t>e Sequence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9812450" y="236494"/>
            <a:ext cx="7630395" cy="9814013"/>
          </a:xfrm>
          <a:custGeom>
            <a:avLst/>
            <a:gdLst/>
            <a:ahLst/>
            <a:cxnLst/>
            <a:rect r="r" b="b" t="t" l="l"/>
            <a:pathLst>
              <a:path h="9814013" w="7630395">
                <a:moveTo>
                  <a:pt x="0" y="0"/>
                </a:moveTo>
                <a:lnTo>
                  <a:pt x="7630395" y="0"/>
                </a:lnTo>
                <a:lnTo>
                  <a:pt x="7630395" y="9814012"/>
                </a:lnTo>
                <a:lnTo>
                  <a:pt x="0" y="9814012"/>
                </a:lnTo>
                <a:lnTo>
                  <a:pt x="0" y="0"/>
                </a:lnTo>
                <a:close/>
              </a:path>
            </a:pathLst>
          </a:custGeom>
          <a:blipFill>
            <a:blip r:embed="rId2"/>
            <a:stretch>
              <a:fillRect l="0" t="0" r="0" b="0"/>
            </a:stretch>
          </a:blipFill>
        </p:spPr>
      </p:sp>
      <p:sp>
        <p:nvSpPr>
          <p:cNvPr name="TextBox 3" id="3"/>
          <p:cNvSpPr txBox="true"/>
          <p:nvPr/>
        </p:nvSpPr>
        <p:spPr>
          <a:xfrm rot="0">
            <a:off x="666750" y="657225"/>
            <a:ext cx="5475586" cy="223202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Line-</a:t>
            </a:r>
            <a:r>
              <a:rPr lang="en-US" sz="8000" spc="-240" strike="noStrike" u="none">
                <a:solidFill>
                  <a:srgbClr val="F7F0D9"/>
                </a:solidFill>
                <a:latin typeface="ITC Avant Garde Gothic"/>
                <a:ea typeface="ITC Avant Garde Gothic"/>
                <a:cs typeface="ITC Avant Garde Gothic"/>
                <a:sym typeface="ITC Avant Garde Gothic"/>
              </a:rPr>
              <a:t>u</a:t>
            </a:r>
            <a:r>
              <a:rPr lang="en-US" sz="8000" spc="-240" strike="noStrike" u="none">
                <a:solidFill>
                  <a:srgbClr val="F7F0D9"/>
                </a:solidFill>
                <a:latin typeface="ITC Avant Garde Gothic"/>
                <a:ea typeface="ITC Avant Garde Gothic"/>
                <a:cs typeface="ITC Avant Garde Gothic"/>
                <a:sym typeface="ITC Avant Garde Gothic"/>
              </a:rPr>
              <a:t>p</a:t>
            </a:r>
            <a:r>
              <a:rPr lang="en-US" sz="8000" spc="-240" strike="noStrike" u="none">
                <a:solidFill>
                  <a:srgbClr val="F7F0D9"/>
                </a:solidFill>
                <a:latin typeface="ITC Avant Garde Gothic"/>
                <a:ea typeface="ITC Avant Garde Gothic"/>
                <a:cs typeface="ITC Avant Garde Gothic"/>
                <a:sym typeface="ITC Avant Garde Gothic"/>
              </a:rPr>
              <a:t> Sequence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5553238" y="666750"/>
            <a:ext cx="12430453" cy="9074230"/>
          </a:xfrm>
          <a:custGeom>
            <a:avLst/>
            <a:gdLst/>
            <a:ahLst/>
            <a:cxnLst/>
            <a:rect r="r" b="b" t="t" l="l"/>
            <a:pathLst>
              <a:path h="9074230" w="12430453">
                <a:moveTo>
                  <a:pt x="0" y="0"/>
                </a:moveTo>
                <a:lnTo>
                  <a:pt x="12430453" y="0"/>
                </a:lnTo>
                <a:lnTo>
                  <a:pt x="12430453" y="9074230"/>
                </a:lnTo>
                <a:lnTo>
                  <a:pt x="0" y="9074230"/>
                </a:lnTo>
                <a:lnTo>
                  <a:pt x="0" y="0"/>
                </a:lnTo>
                <a:close/>
              </a:path>
            </a:pathLst>
          </a:custGeom>
          <a:blipFill>
            <a:blip r:embed="rId2"/>
            <a:stretch>
              <a:fillRect l="0" t="0" r="0" b="0"/>
            </a:stretch>
          </a:blipFill>
        </p:spPr>
      </p:sp>
      <p:sp>
        <p:nvSpPr>
          <p:cNvPr name="TextBox 3" id="3"/>
          <p:cNvSpPr txBox="true"/>
          <p:nvPr/>
        </p:nvSpPr>
        <p:spPr>
          <a:xfrm rot="0">
            <a:off x="666750" y="657225"/>
            <a:ext cx="5475586" cy="32416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Manage Players</a:t>
            </a:r>
            <a:r>
              <a:rPr lang="en-US" sz="8000" spc="-240" strike="noStrike" u="none">
                <a:solidFill>
                  <a:srgbClr val="F7F0D9"/>
                </a:solidFill>
                <a:latin typeface="ITC Avant Garde Gothic"/>
                <a:ea typeface="ITC Avant Garde Gothic"/>
                <a:cs typeface="ITC Avant Garde Gothic"/>
                <a:sym typeface="ITC Avant Garde Gothic"/>
              </a:rPr>
              <a:t> Sequence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5848594" y="666750"/>
            <a:ext cx="12145664" cy="8866335"/>
          </a:xfrm>
          <a:custGeom>
            <a:avLst/>
            <a:gdLst/>
            <a:ahLst/>
            <a:cxnLst/>
            <a:rect r="r" b="b" t="t" l="l"/>
            <a:pathLst>
              <a:path h="8866335" w="12145664">
                <a:moveTo>
                  <a:pt x="0" y="0"/>
                </a:moveTo>
                <a:lnTo>
                  <a:pt x="12145664" y="0"/>
                </a:lnTo>
                <a:lnTo>
                  <a:pt x="12145664" y="8866335"/>
                </a:lnTo>
                <a:lnTo>
                  <a:pt x="0" y="8866335"/>
                </a:lnTo>
                <a:lnTo>
                  <a:pt x="0" y="0"/>
                </a:lnTo>
                <a:close/>
              </a:path>
            </a:pathLst>
          </a:custGeom>
          <a:blipFill>
            <a:blip r:embed="rId2"/>
            <a:stretch>
              <a:fillRect l="0" t="0" r="0" b="0"/>
            </a:stretch>
          </a:blipFill>
        </p:spPr>
      </p:sp>
      <p:sp>
        <p:nvSpPr>
          <p:cNvPr name="TextBox 3" id="3"/>
          <p:cNvSpPr txBox="true"/>
          <p:nvPr/>
        </p:nvSpPr>
        <p:spPr>
          <a:xfrm rot="0">
            <a:off x="666750" y="657225"/>
            <a:ext cx="5475586" cy="32416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Select Team</a:t>
            </a:r>
            <a:r>
              <a:rPr lang="en-US" sz="8000" spc="-240" strike="noStrike" u="none">
                <a:solidFill>
                  <a:srgbClr val="F7F0D9"/>
                </a:solidFill>
                <a:latin typeface="ITC Avant Garde Gothic"/>
                <a:ea typeface="ITC Avant Garde Gothic"/>
                <a:cs typeface="ITC Avant Garde Gothic"/>
                <a:sym typeface="ITC Avant Garde Gothic"/>
              </a:rPr>
              <a:t> Sequence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6142336" y="666750"/>
            <a:ext cx="11864874" cy="9224940"/>
          </a:xfrm>
          <a:custGeom>
            <a:avLst/>
            <a:gdLst/>
            <a:ahLst/>
            <a:cxnLst/>
            <a:rect r="r" b="b" t="t" l="l"/>
            <a:pathLst>
              <a:path h="9224940" w="11864874">
                <a:moveTo>
                  <a:pt x="0" y="0"/>
                </a:moveTo>
                <a:lnTo>
                  <a:pt x="11864875" y="0"/>
                </a:lnTo>
                <a:lnTo>
                  <a:pt x="11864875" y="9224940"/>
                </a:lnTo>
                <a:lnTo>
                  <a:pt x="0" y="9224940"/>
                </a:lnTo>
                <a:lnTo>
                  <a:pt x="0" y="0"/>
                </a:lnTo>
                <a:close/>
              </a:path>
            </a:pathLst>
          </a:custGeom>
          <a:blipFill>
            <a:blip r:embed="rId2"/>
            <a:stretch>
              <a:fillRect l="0" t="0" r="0" b="0"/>
            </a:stretch>
          </a:blipFill>
        </p:spPr>
      </p:sp>
      <p:sp>
        <p:nvSpPr>
          <p:cNvPr name="TextBox 3" id="3"/>
          <p:cNvSpPr txBox="true"/>
          <p:nvPr/>
        </p:nvSpPr>
        <p:spPr>
          <a:xfrm rot="0">
            <a:off x="666750" y="657225"/>
            <a:ext cx="5475586" cy="32416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Simulate Match</a:t>
            </a:r>
            <a:r>
              <a:rPr lang="en-US" sz="8000" spc="-240" strike="noStrike" u="none">
                <a:solidFill>
                  <a:srgbClr val="F7F0D9"/>
                </a:solidFill>
                <a:latin typeface="ITC Avant Garde Gothic"/>
                <a:ea typeface="ITC Avant Garde Gothic"/>
                <a:cs typeface="ITC Avant Garde Gothic"/>
                <a:sym typeface="ITC Avant Garde Gothic"/>
              </a:rPr>
              <a:t> Sequence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5928816" y="666750"/>
            <a:ext cx="12029348" cy="8781424"/>
          </a:xfrm>
          <a:custGeom>
            <a:avLst/>
            <a:gdLst/>
            <a:ahLst/>
            <a:cxnLst/>
            <a:rect r="r" b="b" t="t" l="l"/>
            <a:pathLst>
              <a:path h="8781424" w="12029348">
                <a:moveTo>
                  <a:pt x="0" y="0"/>
                </a:moveTo>
                <a:lnTo>
                  <a:pt x="12029349" y="0"/>
                </a:lnTo>
                <a:lnTo>
                  <a:pt x="12029349" y="8781424"/>
                </a:lnTo>
                <a:lnTo>
                  <a:pt x="0" y="8781424"/>
                </a:lnTo>
                <a:lnTo>
                  <a:pt x="0" y="0"/>
                </a:lnTo>
                <a:close/>
              </a:path>
            </a:pathLst>
          </a:custGeom>
          <a:blipFill>
            <a:blip r:embed="rId2"/>
            <a:stretch>
              <a:fillRect l="0" t="0" r="0" b="0"/>
            </a:stretch>
          </a:blipFill>
        </p:spPr>
      </p:sp>
      <p:sp>
        <p:nvSpPr>
          <p:cNvPr name="TextBox 3" id="3"/>
          <p:cNvSpPr txBox="true"/>
          <p:nvPr/>
        </p:nvSpPr>
        <p:spPr>
          <a:xfrm rot="0">
            <a:off x="666750" y="657225"/>
            <a:ext cx="5475586" cy="32416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Team Details</a:t>
            </a:r>
            <a:r>
              <a:rPr lang="en-US" sz="8000" spc="-240" strike="noStrike" u="none">
                <a:solidFill>
                  <a:srgbClr val="F7F0D9"/>
                </a:solidFill>
                <a:latin typeface="ITC Avant Garde Gothic"/>
                <a:ea typeface="ITC Avant Garde Gothic"/>
                <a:cs typeface="ITC Avant Garde Gothic"/>
                <a:sym typeface="ITC Avant Garde Gothic"/>
              </a:rPr>
              <a:t> Sequence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5833162" y="666750"/>
            <a:ext cx="12176055" cy="8888520"/>
          </a:xfrm>
          <a:custGeom>
            <a:avLst/>
            <a:gdLst/>
            <a:ahLst/>
            <a:cxnLst/>
            <a:rect r="r" b="b" t="t" l="l"/>
            <a:pathLst>
              <a:path h="8888520" w="12176055">
                <a:moveTo>
                  <a:pt x="0" y="0"/>
                </a:moveTo>
                <a:lnTo>
                  <a:pt x="12176055" y="0"/>
                </a:lnTo>
                <a:lnTo>
                  <a:pt x="12176055" y="8888520"/>
                </a:lnTo>
                <a:lnTo>
                  <a:pt x="0" y="8888520"/>
                </a:lnTo>
                <a:lnTo>
                  <a:pt x="0" y="0"/>
                </a:lnTo>
                <a:close/>
              </a:path>
            </a:pathLst>
          </a:custGeom>
          <a:blipFill>
            <a:blip r:embed="rId2"/>
            <a:stretch>
              <a:fillRect l="0" t="0" r="0" b="0"/>
            </a:stretch>
          </a:blipFill>
        </p:spPr>
      </p:sp>
      <p:sp>
        <p:nvSpPr>
          <p:cNvPr name="TextBox 3" id="3"/>
          <p:cNvSpPr txBox="true"/>
          <p:nvPr/>
        </p:nvSpPr>
        <p:spPr>
          <a:xfrm rot="0">
            <a:off x="666750" y="657225"/>
            <a:ext cx="5475586" cy="425132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Update league table</a:t>
            </a:r>
            <a:r>
              <a:rPr lang="en-US" sz="8000" spc="-240" strike="noStrike" u="none">
                <a:solidFill>
                  <a:srgbClr val="F7F0D9"/>
                </a:solidFill>
                <a:latin typeface="ITC Avant Garde Gothic"/>
                <a:ea typeface="ITC Avant Garde Gothic"/>
                <a:cs typeface="ITC Avant Garde Gothic"/>
                <a:sym typeface="ITC Avant Garde Gothic"/>
              </a:rPr>
              <a:t> Sequence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5852420" y="666750"/>
            <a:ext cx="12059163" cy="8803189"/>
          </a:xfrm>
          <a:custGeom>
            <a:avLst/>
            <a:gdLst/>
            <a:ahLst/>
            <a:cxnLst/>
            <a:rect r="r" b="b" t="t" l="l"/>
            <a:pathLst>
              <a:path h="8803189" w="12059163">
                <a:moveTo>
                  <a:pt x="0" y="0"/>
                </a:moveTo>
                <a:lnTo>
                  <a:pt x="12059163" y="0"/>
                </a:lnTo>
                <a:lnTo>
                  <a:pt x="12059163" y="8803189"/>
                </a:lnTo>
                <a:lnTo>
                  <a:pt x="0" y="8803189"/>
                </a:lnTo>
                <a:lnTo>
                  <a:pt x="0" y="0"/>
                </a:lnTo>
                <a:close/>
              </a:path>
            </a:pathLst>
          </a:custGeom>
          <a:blipFill>
            <a:blip r:embed="rId2"/>
            <a:stretch>
              <a:fillRect l="0" t="0" r="0" b="0"/>
            </a:stretch>
          </a:blipFill>
        </p:spPr>
      </p:sp>
      <p:sp>
        <p:nvSpPr>
          <p:cNvPr name="TextBox 3" id="3"/>
          <p:cNvSpPr txBox="true"/>
          <p:nvPr/>
        </p:nvSpPr>
        <p:spPr>
          <a:xfrm rot="0">
            <a:off x="666750" y="657225"/>
            <a:ext cx="5475586" cy="425132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View Match Results</a:t>
            </a:r>
            <a:r>
              <a:rPr lang="en-US" sz="8000" spc="-240" strike="noStrike" u="none">
                <a:solidFill>
                  <a:srgbClr val="F7F0D9"/>
                </a:solidFill>
                <a:latin typeface="ITC Avant Garde Gothic"/>
                <a:ea typeface="ITC Avant Garde Gothic"/>
                <a:cs typeface="ITC Avant Garde Gothic"/>
                <a:sym typeface="ITC Avant Garde Gothic"/>
              </a:rPr>
              <a:t> Sequence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5925674" y="666750"/>
            <a:ext cx="11955912" cy="8727815"/>
          </a:xfrm>
          <a:custGeom>
            <a:avLst/>
            <a:gdLst/>
            <a:ahLst/>
            <a:cxnLst/>
            <a:rect r="r" b="b" t="t" l="l"/>
            <a:pathLst>
              <a:path h="8727815" w="11955912">
                <a:moveTo>
                  <a:pt x="0" y="0"/>
                </a:moveTo>
                <a:lnTo>
                  <a:pt x="11955912" y="0"/>
                </a:lnTo>
                <a:lnTo>
                  <a:pt x="11955912" y="8727815"/>
                </a:lnTo>
                <a:lnTo>
                  <a:pt x="0" y="8727815"/>
                </a:lnTo>
                <a:lnTo>
                  <a:pt x="0" y="0"/>
                </a:lnTo>
                <a:close/>
              </a:path>
            </a:pathLst>
          </a:custGeom>
          <a:blipFill>
            <a:blip r:embed="rId2"/>
            <a:stretch>
              <a:fillRect l="0" t="0" r="0" b="0"/>
            </a:stretch>
          </a:blipFill>
        </p:spPr>
      </p:sp>
      <p:sp>
        <p:nvSpPr>
          <p:cNvPr name="TextBox 3" id="3"/>
          <p:cNvSpPr txBox="true"/>
          <p:nvPr/>
        </p:nvSpPr>
        <p:spPr>
          <a:xfrm rot="0">
            <a:off x="666750" y="657225"/>
            <a:ext cx="5475586" cy="4251326"/>
          </a:xfrm>
          <a:prstGeom prst="rect">
            <a:avLst/>
          </a:prstGeom>
        </p:spPr>
        <p:txBody>
          <a:bodyPr anchor="t" rtlCol="false" tIns="0" lIns="0" bIns="0" rIns="0">
            <a:spAutoFit/>
          </a:bodyPr>
          <a:lstStyle/>
          <a:p>
            <a:pPr algn="l">
              <a:lnSpc>
                <a:spcPts val="8000"/>
              </a:lnSpc>
            </a:pPr>
            <a:r>
              <a:rPr lang="en-US" sz="8000" spc="-240">
                <a:solidFill>
                  <a:srgbClr val="F7F0D9"/>
                </a:solidFill>
                <a:latin typeface="ITC Avant Garde Gothic"/>
                <a:ea typeface="ITC Avant Garde Gothic"/>
                <a:cs typeface="ITC Avant Garde Gothic"/>
                <a:sym typeface="ITC Avant Garde Gothic"/>
              </a:rPr>
              <a:t>View </a:t>
            </a:r>
          </a:p>
          <a:p>
            <a:pPr algn="l">
              <a:lnSpc>
                <a:spcPts val="8000"/>
              </a:lnSpc>
            </a:pPr>
            <a:r>
              <a:rPr lang="en-US" sz="8000" spc="-240">
                <a:solidFill>
                  <a:srgbClr val="F7F0D9"/>
                </a:solidFill>
                <a:latin typeface="ITC Avant Garde Gothic"/>
                <a:ea typeface="ITC Avant Garde Gothic"/>
                <a:cs typeface="ITC Avant Garde Gothic"/>
                <a:sym typeface="ITC Avant Garde Gothic"/>
              </a:rPr>
              <a:t>Top </a:t>
            </a:r>
          </a:p>
          <a:p>
            <a:pPr algn="l">
              <a:lnSpc>
                <a:spcPts val="8000"/>
              </a:lnSpc>
            </a:pPr>
            <a:r>
              <a:rPr lang="en-US" sz="8000" spc="-240">
                <a:solidFill>
                  <a:srgbClr val="F7F0D9"/>
                </a:solidFill>
                <a:latin typeface="ITC Avant Garde Gothic"/>
                <a:ea typeface="ITC Avant Garde Gothic"/>
                <a:cs typeface="ITC Avant Garde Gothic"/>
                <a:sym typeface="ITC Avant Garde Gothic"/>
              </a:rPr>
              <a:t>Scorers</a:t>
            </a:r>
          </a:p>
          <a:p>
            <a:pPr algn="l" marL="0" indent="0" lvl="0">
              <a:lnSpc>
                <a:spcPts val="8000"/>
              </a:lnSpc>
              <a:spcBef>
                <a:spcPct val="0"/>
              </a:spcBef>
            </a:pPr>
            <a:r>
              <a:rPr lang="en-US" sz="8000" spc="-240" strike="noStrike" u="none">
                <a:solidFill>
                  <a:srgbClr val="F7F0D9"/>
                </a:solidFill>
                <a:latin typeface="ITC Avant Garde Gothic"/>
                <a:ea typeface="ITC Avant Garde Gothic"/>
                <a:cs typeface="ITC Avant Garde Gothic"/>
                <a:sym typeface="ITC Avant Garde Gothic"/>
              </a:rPr>
              <a:t>Sequence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6112339" y="723900"/>
            <a:ext cx="11769247" cy="8591550"/>
          </a:xfrm>
          <a:custGeom>
            <a:avLst/>
            <a:gdLst/>
            <a:ahLst/>
            <a:cxnLst/>
            <a:rect r="r" b="b" t="t" l="l"/>
            <a:pathLst>
              <a:path h="8591550" w="11769247">
                <a:moveTo>
                  <a:pt x="0" y="0"/>
                </a:moveTo>
                <a:lnTo>
                  <a:pt x="11769247" y="0"/>
                </a:lnTo>
                <a:lnTo>
                  <a:pt x="11769247" y="8591550"/>
                </a:lnTo>
                <a:lnTo>
                  <a:pt x="0" y="8591550"/>
                </a:lnTo>
                <a:lnTo>
                  <a:pt x="0" y="0"/>
                </a:lnTo>
                <a:close/>
              </a:path>
            </a:pathLst>
          </a:custGeom>
          <a:blipFill>
            <a:blip r:embed="rId2"/>
            <a:stretch>
              <a:fillRect l="0" t="0" r="0" b="0"/>
            </a:stretch>
          </a:blipFill>
        </p:spPr>
      </p:sp>
      <p:sp>
        <p:nvSpPr>
          <p:cNvPr name="TextBox 3" id="3"/>
          <p:cNvSpPr txBox="true"/>
          <p:nvPr/>
        </p:nvSpPr>
        <p:spPr>
          <a:xfrm rot="0">
            <a:off x="666750" y="657225"/>
            <a:ext cx="5475586" cy="4251326"/>
          </a:xfrm>
          <a:prstGeom prst="rect">
            <a:avLst/>
          </a:prstGeom>
        </p:spPr>
        <p:txBody>
          <a:bodyPr anchor="t" rtlCol="false" tIns="0" lIns="0" bIns="0" rIns="0">
            <a:spAutoFit/>
          </a:bodyPr>
          <a:lstStyle/>
          <a:p>
            <a:pPr algn="l">
              <a:lnSpc>
                <a:spcPts val="8000"/>
              </a:lnSpc>
            </a:pPr>
            <a:r>
              <a:rPr lang="en-US" sz="8000" spc="-240">
                <a:solidFill>
                  <a:srgbClr val="F7F0D9"/>
                </a:solidFill>
                <a:latin typeface="ITC Avant Garde Gothic"/>
                <a:ea typeface="ITC Avant Garde Gothic"/>
                <a:cs typeface="ITC Avant Garde Gothic"/>
                <a:sym typeface="ITC Avant Garde Gothic"/>
              </a:rPr>
              <a:t>View Upcoming Matches </a:t>
            </a:r>
          </a:p>
          <a:p>
            <a:pPr algn="l" marL="0" indent="0" lvl="0">
              <a:lnSpc>
                <a:spcPts val="8000"/>
              </a:lnSpc>
              <a:spcBef>
                <a:spcPct val="0"/>
              </a:spcBef>
            </a:pPr>
            <a:r>
              <a:rPr lang="en-US" sz="8000" spc="-240" strike="noStrike" u="none">
                <a:solidFill>
                  <a:srgbClr val="F7F0D9"/>
                </a:solidFill>
                <a:latin typeface="ITC Avant Garde Gothic"/>
                <a:ea typeface="ITC Avant Garde Gothic"/>
                <a:cs typeface="ITC Avant Garde Gothic"/>
                <a:sym typeface="ITC Avant Garde Gothic"/>
              </a:rPr>
              <a:t>Sequence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7F0D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874723" cy="7381082"/>
            <a:chOff x="0" y="0"/>
            <a:chExt cx="22499630" cy="9841443"/>
          </a:xfrm>
        </p:grpSpPr>
        <p:sp>
          <p:nvSpPr>
            <p:cNvPr name="TextBox 3" id="3"/>
            <p:cNvSpPr txBox="true"/>
            <p:nvPr/>
          </p:nvSpPr>
          <p:spPr>
            <a:xfrm rot="0">
              <a:off x="0" y="0"/>
              <a:ext cx="19682454" cy="3905250"/>
            </a:xfrm>
            <a:prstGeom prst="rect">
              <a:avLst/>
            </a:prstGeom>
          </p:spPr>
          <p:txBody>
            <a:bodyPr anchor="t" rtlCol="false" tIns="0" lIns="0" bIns="0" rIns="0">
              <a:spAutoFit/>
            </a:bodyPr>
            <a:lstStyle/>
            <a:p>
              <a:pPr algn="l" marL="0" indent="0" lvl="0">
                <a:lnSpc>
                  <a:spcPts val="10542"/>
                </a:lnSpc>
                <a:spcBef>
                  <a:spcPct val="0"/>
                </a:spcBef>
              </a:pPr>
              <a:r>
                <a:rPr lang="en-US" sz="10542" spc="-316">
                  <a:solidFill>
                    <a:srgbClr val="0A2E4D"/>
                  </a:solidFill>
                  <a:latin typeface="ITC Avant Garde Gothic"/>
                  <a:ea typeface="ITC Avant Garde Gothic"/>
                  <a:cs typeface="ITC Avant Garde Gothic"/>
                  <a:sym typeface="ITC Avant Garde Gothic"/>
                </a:rPr>
                <a:t>Activi</a:t>
              </a:r>
              <a:r>
                <a:rPr lang="en-US" sz="10542" spc="-316" strike="noStrike" u="none">
                  <a:solidFill>
                    <a:srgbClr val="0A2E4D"/>
                  </a:solidFill>
                  <a:latin typeface="ITC Avant Garde Gothic"/>
                  <a:ea typeface="ITC Avant Garde Gothic"/>
                  <a:cs typeface="ITC Avant Garde Gothic"/>
                  <a:sym typeface="ITC Avant Garde Gothic"/>
                </a:rPr>
                <a:t>ties</a:t>
              </a:r>
              <a:r>
                <a:rPr lang="en-US" sz="10542" spc="-316" strike="noStrike" u="none">
                  <a:solidFill>
                    <a:srgbClr val="0A2E4D"/>
                  </a:solidFill>
                  <a:latin typeface="ITC Avant Garde Gothic"/>
                  <a:ea typeface="ITC Avant Garde Gothic"/>
                  <a:cs typeface="ITC Avant Garde Gothic"/>
                  <a:sym typeface="ITC Avant Garde Gothic"/>
                </a:rPr>
                <a:t> Diag</a:t>
              </a:r>
              <a:r>
                <a:rPr lang="en-US" sz="10542" spc="-316" strike="noStrike" u="none">
                  <a:solidFill>
                    <a:srgbClr val="0A2E4D"/>
                  </a:solidFill>
                  <a:latin typeface="ITC Avant Garde Gothic"/>
                  <a:ea typeface="ITC Avant Garde Gothic"/>
                  <a:cs typeface="ITC Avant Garde Gothic"/>
                  <a:sym typeface="ITC Avant Garde Gothic"/>
                </a:rPr>
                <a:t>r</a:t>
              </a:r>
              <a:r>
                <a:rPr lang="en-US" sz="10542" spc="-316" strike="noStrike" u="none">
                  <a:solidFill>
                    <a:srgbClr val="0A2E4D"/>
                  </a:solidFill>
                  <a:latin typeface="ITC Avant Garde Gothic"/>
                  <a:ea typeface="ITC Avant Garde Gothic"/>
                  <a:cs typeface="ITC Avant Garde Gothic"/>
                  <a:sym typeface="ITC Avant Garde Gothic"/>
                </a:rPr>
                <a:t>ams Overv</a:t>
              </a:r>
              <a:r>
                <a:rPr lang="en-US" sz="10542" spc="-316" strike="noStrike" u="none">
                  <a:solidFill>
                    <a:srgbClr val="0A2E4D"/>
                  </a:solidFill>
                  <a:latin typeface="ITC Avant Garde Gothic"/>
                  <a:ea typeface="ITC Avant Garde Gothic"/>
                  <a:cs typeface="ITC Avant Garde Gothic"/>
                  <a:sym typeface="ITC Avant Garde Gothic"/>
                </a:rPr>
                <a:t>i</a:t>
              </a:r>
              <a:r>
                <a:rPr lang="en-US" sz="10542" spc="-316" strike="noStrike" u="none">
                  <a:solidFill>
                    <a:srgbClr val="0A2E4D"/>
                  </a:solidFill>
                  <a:latin typeface="ITC Avant Garde Gothic"/>
                  <a:ea typeface="ITC Avant Garde Gothic"/>
                  <a:cs typeface="ITC Avant Garde Gothic"/>
                  <a:sym typeface="ITC Avant Garde Gothic"/>
                </a:rPr>
                <a:t>ew</a:t>
              </a:r>
            </a:p>
          </p:txBody>
        </p:sp>
        <p:sp>
          <p:nvSpPr>
            <p:cNvPr name="TextBox 4" id="4"/>
            <p:cNvSpPr txBox="true"/>
            <p:nvPr/>
          </p:nvSpPr>
          <p:spPr>
            <a:xfrm rot="0">
              <a:off x="0" y="4879939"/>
              <a:ext cx="22499630" cy="4961503"/>
            </a:xfrm>
            <a:prstGeom prst="rect">
              <a:avLst/>
            </a:prstGeom>
          </p:spPr>
          <p:txBody>
            <a:bodyPr anchor="t" rtlCol="false" tIns="0" lIns="0" bIns="0" rIns="0">
              <a:spAutoFit/>
            </a:bodyPr>
            <a:lstStyle/>
            <a:p>
              <a:pPr algn="l">
                <a:lnSpc>
                  <a:spcPts val="5959"/>
                </a:lnSpc>
              </a:pPr>
            </a:p>
            <a:p>
              <a:pPr algn="l" marL="0" indent="0" lvl="0">
                <a:lnSpc>
                  <a:spcPts val="5959"/>
                </a:lnSpc>
              </a:pPr>
              <a:r>
                <a:rPr lang="en-US" sz="4256">
                  <a:solidFill>
                    <a:srgbClr val="0A2E4D"/>
                  </a:solidFill>
                  <a:latin typeface="TT Fors"/>
                  <a:ea typeface="TT Fors"/>
                  <a:cs typeface="TT Fors"/>
                  <a:sym typeface="TT Fors"/>
                </a:rPr>
                <a:t>This</a:t>
              </a:r>
              <a:r>
                <a:rPr lang="en-US" sz="4256">
                  <a:solidFill>
                    <a:srgbClr val="0A2E4D"/>
                  </a:solidFill>
                  <a:latin typeface="TT Fors"/>
                  <a:ea typeface="TT Fors"/>
                  <a:cs typeface="TT Fors"/>
                  <a:sym typeface="TT Fors"/>
                </a:rPr>
                <a:t> di</a:t>
              </a:r>
              <a:r>
                <a:rPr lang="en-US" sz="4256">
                  <a:solidFill>
                    <a:srgbClr val="0A2E4D"/>
                  </a:solidFill>
                  <a:latin typeface="TT Fors"/>
                  <a:ea typeface="TT Fors"/>
                  <a:cs typeface="TT Fors"/>
                  <a:sym typeface="TT Fors"/>
                </a:rPr>
                <a:t>agrams illustrates the main workflow of the process.</a:t>
              </a:r>
            </a:p>
            <a:p>
              <a:pPr algn="l" marL="0" indent="0" lvl="0">
                <a:lnSpc>
                  <a:spcPts val="5959"/>
                </a:lnSpc>
              </a:pPr>
              <a:r>
                <a:rPr lang="en-US" sz="4256">
                  <a:solidFill>
                    <a:srgbClr val="0A2E4D"/>
                  </a:solidFill>
                  <a:latin typeface="TT Fors"/>
                  <a:ea typeface="TT Fors"/>
                  <a:cs typeface="TT Fors"/>
                  <a:sym typeface="TT Fors"/>
                </a:rPr>
                <a:t>It shows the sequence of actions, decisions, and parallel activities that shape how the system operates.</a:t>
              </a:r>
            </a:p>
            <a:p>
              <a:pPr algn="l" marL="0" indent="0" lvl="0">
                <a:lnSpc>
                  <a:spcPts val="5959"/>
                </a:lnSpc>
              </a:pPr>
            </a:p>
          </p:txBody>
        </p:sp>
      </p:grpSp>
      <p:grpSp>
        <p:nvGrpSpPr>
          <p:cNvPr name="Group 5" id="5"/>
          <p:cNvGrpSpPr/>
          <p:nvPr/>
        </p:nvGrpSpPr>
        <p:grpSpPr>
          <a:xfrm rot="0">
            <a:off x="14744700" y="7829550"/>
            <a:ext cx="4846643" cy="1791955"/>
            <a:chOff x="0" y="0"/>
            <a:chExt cx="6462190" cy="2389273"/>
          </a:xfrm>
        </p:grpSpPr>
        <p:sp>
          <p:nvSpPr>
            <p:cNvPr name="Freeform 6" id="6"/>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935791"/>
            <a:ext cx="16230600" cy="5944457"/>
          </a:xfrm>
          <a:custGeom>
            <a:avLst/>
            <a:gdLst/>
            <a:ahLst/>
            <a:cxnLst/>
            <a:rect r="r" b="b" t="t" l="l"/>
            <a:pathLst>
              <a:path h="5944457" w="16230600">
                <a:moveTo>
                  <a:pt x="0" y="0"/>
                </a:moveTo>
                <a:lnTo>
                  <a:pt x="16230600" y="0"/>
                </a:lnTo>
                <a:lnTo>
                  <a:pt x="16230600" y="5944458"/>
                </a:lnTo>
                <a:lnTo>
                  <a:pt x="0" y="5944458"/>
                </a:lnTo>
                <a:lnTo>
                  <a:pt x="0" y="0"/>
                </a:lnTo>
                <a:close/>
              </a:path>
            </a:pathLst>
          </a:custGeom>
          <a:blipFill>
            <a:blip r:embed="rId2"/>
            <a:stretch>
              <a:fillRect l="0" t="0" r="0" b="0"/>
            </a:stretch>
          </a:blipFill>
        </p:spPr>
      </p:sp>
      <p:sp>
        <p:nvSpPr>
          <p:cNvPr name="TextBox 3" id="3"/>
          <p:cNvSpPr txBox="true"/>
          <p:nvPr/>
        </p:nvSpPr>
        <p:spPr>
          <a:xfrm rot="0">
            <a:off x="666750" y="657225"/>
            <a:ext cx="1290374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All Matches R</a:t>
            </a:r>
            <a:r>
              <a:rPr lang="en-US" sz="8000" spc="-240" strike="noStrike" u="none">
                <a:solidFill>
                  <a:srgbClr val="F7F0D9"/>
                </a:solidFill>
                <a:latin typeface="ITC Avant Garde Gothic"/>
                <a:ea typeface="ITC Avant Garde Gothic"/>
                <a:cs typeface="ITC Avant Garde Gothic"/>
                <a:sym typeface="ITC Avant Garde Gothic"/>
              </a:rPr>
              <a:t>esults Activity</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1692363" y="2149147"/>
            <a:ext cx="14903275" cy="7573795"/>
          </a:xfrm>
          <a:custGeom>
            <a:avLst/>
            <a:gdLst/>
            <a:ahLst/>
            <a:cxnLst/>
            <a:rect r="r" b="b" t="t" l="l"/>
            <a:pathLst>
              <a:path h="7573795" w="14903275">
                <a:moveTo>
                  <a:pt x="0" y="0"/>
                </a:moveTo>
                <a:lnTo>
                  <a:pt x="14903274" y="0"/>
                </a:lnTo>
                <a:lnTo>
                  <a:pt x="14903274" y="7573795"/>
                </a:lnTo>
                <a:lnTo>
                  <a:pt x="0" y="7573795"/>
                </a:lnTo>
                <a:lnTo>
                  <a:pt x="0" y="0"/>
                </a:lnTo>
                <a:close/>
              </a:path>
            </a:pathLst>
          </a:custGeom>
          <a:blipFill>
            <a:blip r:embed="rId2"/>
            <a:stretch>
              <a:fillRect l="0" t="0" r="0" b="0"/>
            </a:stretch>
          </a:blipFill>
        </p:spPr>
      </p:sp>
      <p:sp>
        <p:nvSpPr>
          <p:cNvPr name="TextBox 3" id="3"/>
          <p:cNvSpPr txBox="true"/>
          <p:nvPr/>
        </p:nvSpPr>
        <p:spPr>
          <a:xfrm rot="0">
            <a:off x="666750" y="657225"/>
            <a:ext cx="1290374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Game</a:t>
            </a:r>
            <a:r>
              <a:rPr lang="en-US" sz="8000" spc="-240" strike="noStrike" u="none">
                <a:solidFill>
                  <a:srgbClr val="F7F0D9"/>
                </a:solidFill>
                <a:latin typeface="ITC Avant Garde Gothic"/>
                <a:ea typeface="ITC Avant Garde Gothic"/>
                <a:cs typeface="ITC Avant Garde Gothic"/>
                <a:sym typeface="ITC Avant Garde Gothic"/>
              </a:rPr>
              <a:t> Activity</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847725" y="3718951"/>
            <a:ext cx="16592550" cy="3733324"/>
          </a:xfrm>
          <a:custGeom>
            <a:avLst/>
            <a:gdLst/>
            <a:ahLst/>
            <a:cxnLst/>
            <a:rect r="r" b="b" t="t" l="l"/>
            <a:pathLst>
              <a:path h="3733324" w="16592550">
                <a:moveTo>
                  <a:pt x="0" y="0"/>
                </a:moveTo>
                <a:lnTo>
                  <a:pt x="16592550" y="0"/>
                </a:lnTo>
                <a:lnTo>
                  <a:pt x="16592550" y="3733323"/>
                </a:lnTo>
                <a:lnTo>
                  <a:pt x="0" y="3733323"/>
                </a:lnTo>
                <a:lnTo>
                  <a:pt x="0" y="0"/>
                </a:lnTo>
                <a:close/>
              </a:path>
            </a:pathLst>
          </a:custGeom>
          <a:blipFill>
            <a:blip r:embed="rId2"/>
            <a:stretch>
              <a:fillRect l="0" t="0" r="0" b="0"/>
            </a:stretch>
          </a:blipFill>
        </p:spPr>
      </p:sp>
      <p:sp>
        <p:nvSpPr>
          <p:cNvPr name="TextBox 3" id="3"/>
          <p:cNvSpPr txBox="true"/>
          <p:nvPr/>
        </p:nvSpPr>
        <p:spPr>
          <a:xfrm rot="0">
            <a:off x="666750" y="657225"/>
            <a:ext cx="1290374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Line-up </a:t>
            </a:r>
            <a:r>
              <a:rPr lang="en-US" sz="8000" spc="-240" strike="noStrike" u="none">
                <a:solidFill>
                  <a:srgbClr val="F7F0D9"/>
                </a:solidFill>
                <a:latin typeface="ITC Avant Garde Gothic"/>
                <a:ea typeface="ITC Avant Garde Gothic"/>
                <a:cs typeface="ITC Avant Garde Gothic"/>
                <a:sym typeface="ITC Avant Garde Gothic"/>
              </a:rPr>
              <a:t>Activity</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1492108" y="2060576"/>
            <a:ext cx="15303783" cy="7651892"/>
          </a:xfrm>
          <a:custGeom>
            <a:avLst/>
            <a:gdLst/>
            <a:ahLst/>
            <a:cxnLst/>
            <a:rect r="r" b="b" t="t" l="l"/>
            <a:pathLst>
              <a:path h="7651892" w="15303783">
                <a:moveTo>
                  <a:pt x="0" y="0"/>
                </a:moveTo>
                <a:lnTo>
                  <a:pt x="15303784" y="0"/>
                </a:lnTo>
                <a:lnTo>
                  <a:pt x="15303784" y="7651891"/>
                </a:lnTo>
                <a:lnTo>
                  <a:pt x="0" y="7651891"/>
                </a:lnTo>
                <a:lnTo>
                  <a:pt x="0" y="0"/>
                </a:lnTo>
                <a:close/>
              </a:path>
            </a:pathLst>
          </a:custGeom>
          <a:blipFill>
            <a:blip r:embed="rId2"/>
            <a:stretch>
              <a:fillRect l="0" t="0" r="0" b="0"/>
            </a:stretch>
          </a:blipFill>
        </p:spPr>
      </p:sp>
      <p:sp>
        <p:nvSpPr>
          <p:cNvPr name="TextBox 3" id="3"/>
          <p:cNvSpPr txBox="true"/>
          <p:nvPr/>
        </p:nvSpPr>
        <p:spPr>
          <a:xfrm rot="0">
            <a:off x="666750" y="657225"/>
            <a:ext cx="1290374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Manage Players </a:t>
            </a:r>
            <a:r>
              <a:rPr lang="en-US" sz="8000" spc="-240" strike="noStrike" u="none">
                <a:solidFill>
                  <a:srgbClr val="F7F0D9"/>
                </a:solidFill>
                <a:latin typeface="ITC Avant Garde Gothic"/>
                <a:ea typeface="ITC Avant Garde Gothic"/>
                <a:cs typeface="ITC Avant Garde Gothic"/>
                <a:sym typeface="ITC Avant Garde Gothic"/>
              </a:rPr>
              <a:t>Activity</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847725" y="2429542"/>
            <a:ext cx="16592550" cy="6885908"/>
          </a:xfrm>
          <a:custGeom>
            <a:avLst/>
            <a:gdLst/>
            <a:ahLst/>
            <a:cxnLst/>
            <a:rect r="r" b="b" t="t" l="l"/>
            <a:pathLst>
              <a:path h="6885908" w="16592550">
                <a:moveTo>
                  <a:pt x="0" y="0"/>
                </a:moveTo>
                <a:lnTo>
                  <a:pt x="16592550" y="0"/>
                </a:lnTo>
                <a:lnTo>
                  <a:pt x="16592550" y="6885908"/>
                </a:lnTo>
                <a:lnTo>
                  <a:pt x="0" y="6885908"/>
                </a:lnTo>
                <a:lnTo>
                  <a:pt x="0" y="0"/>
                </a:lnTo>
                <a:close/>
              </a:path>
            </a:pathLst>
          </a:custGeom>
          <a:blipFill>
            <a:blip r:embed="rId2"/>
            <a:stretch>
              <a:fillRect l="0" t="0" r="0" b="0"/>
            </a:stretch>
          </a:blipFill>
        </p:spPr>
      </p:sp>
      <p:sp>
        <p:nvSpPr>
          <p:cNvPr name="TextBox 3" id="3"/>
          <p:cNvSpPr txBox="true"/>
          <p:nvPr/>
        </p:nvSpPr>
        <p:spPr>
          <a:xfrm rot="0">
            <a:off x="666750" y="657225"/>
            <a:ext cx="1290374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Select team </a:t>
            </a:r>
            <a:r>
              <a:rPr lang="en-US" sz="8000" spc="-240" strike="noStrike" u="none">
                <a:solidFill>
                  <a:srgbClr val="F7F0D9"/>
                </a:solidFill>
                <a:latin typeface="ITC Avant Garde Gothic"/>
                <a:ea typeface="ITC Avant Garde Gothic"/>
                <a:cs typeface="ITC Avant Garde Gothic"/>
                <a:sym typeface="ITC Avant Garde Gothic"/>
              </a:rPr>
              <a:t>Activity</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1784216" y="2255827"/>
            <a:ext cx="14719567" cy="7470533"/>
          </a:xfrm>
          <a:custGeom>
            <a:avLst/>
            <a:gdLst/>
            <a:ahLst/>
            <a:cxnLst/>
            <a:rect r="r" b="b" t="t" l="l"/>
            <a:pathLst>
              <a:path h="7470533" w="14719567">
                <a:moveTo>
                  <a:pt x="0" y="0"/>
                </a:moveTo>
                <a:lnTo>
                  <a:pt x="14719568" y="0"/>
                </a:lnTo>
                <a:lnTo>
                  <a:pt x="14719568" y="7470532"/>
                </a:lnTo>
                <a:lnTo>
                  <a:pt x="0" y="7470532"/>
                </a:lnTo>
                <a:lnTo>
                  <a:pt x="0" y="0"/>
                </a:lnTo>
                <a:close/>
              </a:path>
            </a:pathLst>
          </a:custGeom>
          <a:blipFill>
            <a:blip r:embed="rId2"/>
            <a:stretch>
              <a:fillRect l="0" t="0" r="0" b="0"/>
            </a:stretch>
          </a:blipFill>
        </p:spPr>
      </p:sp>
      <p:sp>
        <p:nvSpPr>
          <p:cNvPr name="TextBox 3" id="3"/>
          <p:cNvSpPr txBox="true"/>
          <p:nvPr/>
        </p:nvSpPr>
        <p:spPr>
          <a:xfrm rot="0">
            <a:off x="666750" y="657225"/>
            <a:ext cx="1290374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Simulation </a:t>
            </a:r>
            <a:r>
              <a:rPr lang="en-US" sz="8000" spc="-240" strike="noStrike" u="none">
                <a:solidFill>
                  <a:srgbClr val="F7F0D9"/>
                </a:solidFill>
                <a:latin typeface="ITC Avant Garde Gothic"/>
                <a:ea typeface="ITC Avant Garde Gothic"/>
                <a:cs typeface="ITC Avant Garde Gothic"/>
                <a:sym typeface="ITC Avant Garde Gothic"/>
              </a:rPr>
              <a:t>Activity</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847725" y="2796965"/>
            <a:ext cx="16592550" cy="6264766"/>
          </a:xfrm>
          <a:custGeom>
            <a:avLst/>
            <a:gdLst/>
            <a:ahLst/>
            <a:cxnLst/>
            <a:rect r="r" b="b" t="t" l="l"/>
            <a:pathLst>
              <a:path h="6264766" w="16592550">
                <a:moveTo>
                  <a:pt x="0" y="0"/>
                </a:moveTo>
                <a:lnTo>
                  <a:pt x="16592550" y="0"/>
                </a:lnTo>
                <a:lnTo>
                  <a:pt x="16592550" y="6264765"/>
                </a:lnTo>
                <a:lnTo>
                  <a:pt x="0" y="6264765"/>
                </a:lnTo>
                <a:lnTo>
                  <a:pt x="0" y="0"/>
                </a:lnTo>
                <a:close/>
              </a:path>
            </a:pathLst>
          </a:custGeom>
          <a:blipFill>
            <a:blip r:embed="rId2"/>
            <a:stretch>
              <a:fillRect l="0" t="0" r="0" b="0"/>
            </a:stretch>
          </a:blipFill>
        </p:spPr>
      </p:sp>
      <p:sp>
        <p:nvSpPr>
          <p:cNvPr name="TextBox 3" id="3"/>
          <p:cNvSpPr txBox="true"/>
          <p:nvPr/>
        </p:nvSpPr>
        <p:spPr>
          <a:xfrm rot="0">
            <a:off x="666750" y="657225"/>
            <a:ext cx="1290374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Skip Match </a:t>
            </a:r>
            <a:r>
              <a:rPr lang="en-US" sz="8000" spc="-240" strike="noStrike" u="none">
                <a:solidFill>
                  <a:srgbClr val="F7F0D9"/>
                </a:solidFill>
                <a:latin typeface="ITC Avant Garde Gothic"/>
                <a:ea typeface="ITC Avant Garde Gothic"/>
                <a:cs typeface="ITC Avant Garde Gothic"/>
                <a:sym typeface="ITC Avant Garde Gothic"/>
              </a:rPr>
              <a:t>Activity</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847725" y="3661495"/>
            <a:ext cx="16592550" cy="1037034"/>
          </a:xfrm>
          <a:custGeom>
            <a:avLst/>
            <a:gdLst/>
            <a:ahLst/>
            <a:cxnLst/>
            <a:rect r="r" b="b" t="t" l="l"/>
            <a:pathLst>
              <a:path h="1037034" w="16592550">
                <a:moveTo>
                  <a:pt x="0" y="0"/>
                </a:moveTo>
                <a:lnTo>
                  <a:pt x="16592550" y="0"/>
                </a:lnTo>
                <a:lnTo>
                  <a:pt x="16592550" y="1037034"/>
                </a:lnTo>
                <a:lnTo>
                  <a:pt x="0" y="1037034"/>
                </a:lnTo>
                <a:lnTo>
                  <a:pt x="0" y="0"/>
                </a:lnTo>
                <a:close/>
              </a:path>
            </a:pathLst>
          </a:custGeom>
          <a:blipFill>
            <a:blip r:embed="rId2"/>
            <a:stretch>
              <a:fillRect l="0" t="0" r="0" b="0"/>
            </a:stretch>
          </a:blipFill>
        </p:spPr>
      </p:sp>
      <p:sp>
        <p:nvSpPr>
          <p:cNvPr name="Freeform 3" id="3"/>
          <p:cNvSpPr/>
          <p:nvPr/>
        </p:nvSpPr>
        <p:spPr>
          <a:xfrm flipH="false" flipV="false" rot="0">
            <a:off x="847725" y="5905404"/>
            <a:ext cx="16592550" cy="1202960"/>
          </a:xfrm>
          <a:custGeom>
            <a:avLst/>
            <a:gdLst/>
            <a:ahLst/>
            <a:cxnLst/>
            <a:rect r="r" b="b" t="t" l="l"/>
            <a:pathLst>
              <a:path h="1202960" w="16592550">
                <a:moveTo>
                  <a:pt x="0" y="0"/>
                </a:moveTo>
                <a:lnTo>
                  <a:pt x="16592550" y="0"/>
                </a:lnTo>
                <a:lnTo>
                  <a:pt x="16592550" y="1202960"/>
                </a:lnTo>
                <a:lnTo>
                  <a:pt x="0" y="1202960"/>
                </a:lnTo>
                <a:lnTo>
                  <a:pt x="0" y="0"/>
                </a:lnTo>
                <a:close/>
              </a:path>
            </a:pathLst>
          </a:custGeom>
          <a:blipFill>
            <a:blip r:embed="rId3"/>
            <a:stretch>
              <a:fillRect l="0" t="0" r="0" b="0"/>
            </a:stretch>
          </a:blipFill>
        </p:spPr>
      </p:sp>
      <p:sp>
        <p:nvSpPr>
          <p:cNvPr name="TextBox 4" id="4"/>
          <p:cNvSpPr txBox="true"/>
          <p:nvPr/>
        </p:nvSpPr>
        <p:spPr>
          <a:xfrm rot="0">
            <a:off x="666750" y="657225"/>
            <a:ext cx="1525216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League Table </a:t>
            </a:r>
            <a:r>
              <a:rPr lang="en-US" sz="8000" spc="-240" strike="noStrike" u="none">
                <a:solidFill>
                  <a:srgbClr val="F7F0D9"/>
                </a:solidFill>
                <a:latin typeface="ITC Avant Garde Gothic"/>
                <a:ea typeface="ITC Avant Garde Gothic"/>
                <a:cs typeface="ITC Avant Garde Gothic"/>
                <a:sym typeface="ITC Avant Garde Gothic"/>
              </a:rPr>
              <a:t>Activities</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937068" y="2401659"/>
            <a:ext cx="16413863" cy="7011747"/>
          </a:xfrm>
          <a:custGeom>
            <a:avLst/>
            <a:gdLst/>
            <a:ahLst/>
            <a:cxnLst/>
            <a:rect r="r" b="b" t="t" l="l"/>
            <a:pathLst>
              <a:path h="7011747" w="16413863">
                <a:moveTo>
                  <a:pt x="0" y="0"/>
                </a:moveTo>
                <a:lnTo>
                  <a:pt x="16413864" y="0"/>
                </a:lnTo>
                <a:lnTo>
                  <a:pt x="16413864" y="7011748"/>
                </a:lnTo>
                <a:lnTo>
                  <a:pt x="0" y="7011748"/>
                </a:lnTo>
                <a:lnTo>
                  <a:pt x="0" y="0"/>
                </a:lnTo>
                <a:close/>
              </a:path>
            </a:pathLst>
          </a:custGeom>
          <a:blipFill>
            <a:blip r:embed="rId2"/>
            <a:stretch>
              <a:fillRect l="0" t="0" r="0" b="0"/>
            </a:stretch>
          </a:blipFill>
        </p:spPr>
      </p:sp>
      <p:sp>
        <p:nvSpPr>
          <p:cNvPr name="TextBox 3" id="3"/>
          <p:cNvSpPr txBox="true"/>
          <p:nvPr/>
        </p:nvSpPr>
        <p:spPr>
          <a:xfrm rot="0">
            <a:off x="666750" y="657225"/>
            <a:ext cx="1525216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View team details </a:t>
            </a:r>
            <a:r>
              <a:rPr lang="en-US" sz="8000" spc="-240" strike="noStrike" u="none">
                <a:solidFill>
                  <a:srgbClr val="F7F0D9"/>
                </a:solidFill>
                <a:latin typeface="ITC Avant Garde Gothic"/>
                <a:ea typeface="ITC Avant Garde Gothic"/>
                <a:cs typeface="ITC Avant Garde Gothic"/>
                <a:sym typeface="ITC Avant Garde Gothic"/>
              </a:rPr>
              <a:t>Activity</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3147703" y="1069976"/>
            <a:ext cx="11992594" cy="7481784"/>
          </a:xfrm>
          <a:custGeom>
            <a:avLst/>
            <a:gdLst/>
            <a:ahLst/>
            <a:cxnLst/>
            <a:rect r="r" b="b" t="t" l="l"/>
            <a:pathLst>
              <a:path h="7481784" w="11992594">
                <a:moveTo>
                  <a:pt x="0" y="0"/>
                </a:moveTo>
                <a:lnTo>
                  <a:pt x="11992594" y="0"/>
                </a:lnTo>
                <a:lnTo>
                  <a:pt x="11992594" y="7481784"/>
                </a:lnTo>
                <a:lnTo>
                  <a:pt x="0" y="7481784"/>
                </a:lnTo>
                <a:lnTo>
                  <a:pt x="0" y="0"/>
                </a:lnTo>
                <a:close/>
              </a:path>
            </a:pathLst>
          </a:custGeom>
          <a:blipFill>
            <a:blip r:embed="rId2"/>
            <a:stretch>
              <a:fillRect l="0" t="0" r="0" b="0"/>
            </a:stretch>
          </a:blipFill>
        </p:spPr>
      </p:sp>
      <p:sp>
        <p:nvSpPr>
          <p:cNvPr name="TextBox 3" id="3"/>
          <p:cNvSpPr txBox="true"/>
          <p:nvPr/>
        </p:nvSpPr>
        <p:spPr>
          <a:xfrm rot="0">
            <a:off x="666750" y="657225"/>
            <a:ext cx="1525216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view upcoming </a:t>
            </a:r>
            <a:r>
              <a:rPr lang="en-US" sz="8000" spc="-240" strike="noStrike" u="none">
                <a:solidFill>
                  <a:srgbClr val="F7F0D9"/>
                </a:solidFill>
                <a:latin typeface="ITC Avant Garde Gothic"/>
                <a:ea typeface="ITC Avant Garde Gothic"/>
                <a:cs typeface="ITC Avant Garde Gothic"/>
                <a:sym typeface="ITC Avant Garde Gothic"/>
              </a:rPr>
              <a:t>Activity</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828675" y="4409769"/>
            <a:ext cx="16592550" cy="1265182"/>
          </a:xfrm>
          <a:custGeom>
            <a:avLst/>
            <a:gdLst/>
            <a:ahLst/>
            <a:cxnLst/>
            <a:rect r="r" b="b" t="t" l="l"/>
            <a:pathLst>
              <a:path h="1265182" w="16592550">
                <a:moveTo>
                  <a:pt x="0" y="0"/>
                </a:moveTo>
                <a:lnTo>
                  <a:pt x="16592550" y="0"/>
                </a:lnTo>
                <a:lnTo>
                  <a:pt x="16592550" y="1265182"/>
                </a:lnTo>
                <a:lnTo>
                  <a:pt x="0" y="1265182"/>
                </a:lnTo>
                <a:lnTo>
                  <a:pt x="0" y="0"/>
                </a:lnTo>
                <a:close/>
              </a:path>
            </a:pathLst>
          </a:custGeom>
          <a:blipFill>
            <a:blip r:embed="rId2"/>
            <a:stretch>
              <a:fillRect l="0" t="0" r="0" b="0"/>
            </a:stretch>
          </a:blipFill>
        </p:spPr>
      </p:sp>
      <p:sp>
        <p:nvSpPr>
          <p:cNvPr name="TextBox 3" id="3"/>
          <p:cNvSpPr txBox="true"/>
          <p:nvPr/>
        </p:nvSpPr>
        <p:spPr>
          <a:xfrm rot="0">
            <a:off x="666750" y="657225"/>
            <a:ext cx="1525216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View Top Scorers </a:t>
            </a:r>
            <a:r>
              <a:rPr lang="en-US" sz="8000" spc="-240" strike="noStrike" u="none">
                <a:solidFill>
                  <a:srgbClr val="F7F0D9"/>
                </a:solidFill>
                <a:latin typeface="ITC Avant Garde Gothic"/>
                <a:ea typeface="ITC Avant Garde Gothic"/>
                <a:cs typeface="ITC Avant Garde Gothic"/>
                <a:sym typeface="ITC Avant Garde Gothic"/>
              </a:rPr>
              <a:t>Activity</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grpSp>
        <p:nvGrpSpPr>
          <p:cNvPr name="Group 2" id="2"/>
          <p:cNvGrpSpPr/>
          <p:nvPr/>
        </p:nvGrpSpPr>
        <p:grpSpPr>
          <a:xfrm rot="0">
            <a:off x="10734675" y="0"/>
            <a:ext cx="7553325" cy="10287000"/>
            <a:chOff x="0" y="0"/>
            <a:chExt cx="1170208" cy="1593725"/>
          </a:xfrm>
        </p:grpSpPr>
        <p:sp>
          <p:nvSpPr>
            <p:cNvPr name="Freeform 3" id="3"/>
            <p:cNvSpPr/>
            <p:nvPr/>
          </p:nvSpPr>
          <p:spPr>
            <a:xfrm flipH="false" flipV="false" rot="0">
              <a:off x="0" y="0"/>
              <a:ext cx="1170208" cy="1593725"/>
            </a:xfrm>
            <a:custGeom>
              <a:avLst/>
              <a:gdLst/>
              <a:ahLst/>
              <a:cxnLst/>
              <a:rect r="r" b="b" t="t" l="l"/>
              <a:pathLst>
                <a:path h="1593725" w="1170208">
                  <a:moveTo>
                    <a:pt x="0" y="0"/>
                  </a:moveTo>
                  <a:lnTo>
                    <a:pt x="1170208" y="0"/>
                  </a:lnTo>
                  <a:lnTo>
                    <a:pt x="1170208" y="1593725"/>
                  </a:lnTo>
                  <a:lnTo>
                    <a:pt x="0" y="1593725"/>
                  </a:lnTo>
                  <a:close/>
                </a:path>
              </a:pathLst>
            </a:custGeom>
            <a:blipFill>
              <a:blip r:embed="rId2"/>
              <a:stretch>
                <a:fillRect l="0" t="-3726" r="0" b="-3726"/>
              </a:stretch>
            </a:blipFill>
          </p:spPr>
        </p:sp>
      </p:grpSp>
      <p:sp>
        <p:nvSpPr>
          <p:cNvPr name="TextBox 4" id="4"/>
          <p:cNvSpPr txBox="true"/>
          <p:nvPr/>
        </p:nvSpPr>
        <p:spPr>
          <a:xfrm rot="0">
            <a:off x="666750" y="657225"/>
            <a:ext cx="8324850" cy="2232026"/>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7F0D9"/>
                </a:solidFill>
                <a:latin typeface="ITC Avant Garde Gothic"/>
                <a:ea typeface="ITC Avant Garde Gothic"/>
                <a:cs typeface="ITC Avant Garde Gothic"/>
                <a:sym typeface="ITC Avant Garde Gothic"/>
              </a:rPr>
              <a:t>System States Overview</a:t>
            </a:r>
          </a:p>
        </p:txBody>
      </p:sp>
      <p:sp>
        <p:nvSpPr>
          <p:cNvPr name="TextBox 5" id="5"/>
          <p:cNvSpPr txBox="true"/>
          <p:nvPr/>
        </p:nvSpPr>
        <p:spPr>
          <a:xfrm rot="0">
            <a:off x="666750" y="3057330"/>
            <a:ext cx="8324850" cy="1038225"/>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F7F0D9"/>
                </a:solidFill>
                <a:latin typeface="ITC Avant Garde Gothic"/>
                <a:ea typeface="ITC Avant Garde Gothic"/>
                <a:cs typeface="ITC Avant Garde Gothic"/>
                <a:sym typeface="ITC Avant Garde Gothic"/>
              </a:rPr>
              <a:t>Understanding the simulator's operational states</a:t>
            </a:r>
          </a:p>
        </p:txBody>
      </p:sp>
      <p:sp>
        <p:nvSpPr>
          <p:cNvPr name="TextBox 6" id="6"/>
          <p:cNvSpPr txBox="true"/>
          <p:nvPr/>
        </p:nvSpPr>
        <p:spPr>
          <a:xfrm rot="0">
            <a:off x="666750" y="4876605"/>
            <a:ext cx="6886575" cy="1842135"/>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F7F0D9"/>
                </a:solidFill>
                <a:latin typeface="TT Fors"/>
                <a:ea typeface="TT Fors"/>
                <a:cs typeface="TT Fors"/>
                <a:sym typeface="TT Fors"/>
              </a:rPr>
              <a:t>This diagram illustrates the various </a:t>
            </a:r>
            <a:r>
              <a:rPr lang="en-US" b="true" sz="2100" strike="noStrike" u="none">
                <a:solidFill>
                  <a:srgbClr val="F7F0D9"/>
                </a:solidFill>
                <a:latin typeface="TT Fors Bold"/>
                <a:ea typeface="TT Fors Bold"/>
                <a:cs typeface="TT Fors Bold"/>
                <a:sym typeface="TT Fors Bold"/>
              </a:rPr>
              <a:t>states the simulator can adopt</a:t>
            </a:r>
            <a:r>
              <a:rPr lang="en-US" sz="2100" strike="noStrike" u="none">
                <a:solidFill>
                  <a:srgbClr val="F7F0D9"/>
                </a:solidFill>
                <a:latin typeface="TT Fors"/>
                <a:ea typeface="TT Fors"/>
                <a:cs typeface="TT Fors"/>
                <a:sym typeface="TT Fors"/>
              </a:rPr>
              <a:t> during operation, including initialization, match scheduling, and user engagement, providing insights into the dynamic nature of the system.</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511113" y="2179333"/>
            <a:ext cx="17265773" cy="7078967"/>
          </a:xfrm>
          <a:custGeom>
            <a:avLst/>
            <a:gdLst/>
            <a:ahLst/>
            <a:cxnLst/>
            <a:rect r="r" b="b" t="t" l="l"/>
            <a:pathLst>
              <a:path h="7078967" w="17265773">
                <a:moveTo>
                  <a:pt x="0" y="0"/>
                </a:moveTo>
                <a:lnTo>
                  <a:pt x="17265774" y="0"/>
                </a:lnTo>
                <a:lnTo>
                  <a:pt x="17265774" y="7078967"/>
                </a:lnTo>
                <a:lnTo>
                  <a:pt x="0" y="7078967"/>
                </a:lnTo>
                <a:lnTo>
                  <a:pt x="0" y="0"/>
                </a:lnTo>
                <a:close/>
              </a:path>
            </a:pathLst>
          </a:custGeom>
          <a:blipFill>
            <a:blip r:embed="rId2"/>
            <a:stretch>
              <a:fillRect l="0" t="0" r="0" b="0"/>
            </a:stretch>
          </a:blipFill>
        </p:spPr>
      </p:sp>
      <p:sp>
        <p:nvSpPr>
          <p:cNvPr name="TextBox 3" id="3"/>
          <p:cNvSpPr txBox="true"/>
          <p:nvPr/>
        </p:nvSpPr>
        <p:spPr>
          <a:xfrm rot="0">
            <a:off x="666750" y="657225"/>
            <a:ext cx="14221426" cy="1222376"/>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7F0D9"/>
                </a:solidFill>
                <a:latin typeface="ITC Avant Garde Gothic"/>
                <a:ea typeface="ITC Avant Garde Gothic"/>
                <a:cs typeface="ITC Avant Garde Gothic"/>
                <a:sym typeface="ITC Avant Garde Gothic"/>
              </a:rPr>
              <a:t>System Architecture Overview</a:t>
            </a:r>
          </a:p>
        </p:txBody>
      </p:sp>
    </p:spTree>
  </p:cSld>
  <p:clrMapOvr>
    <a:masterClrMapping/>
  </p:clrMapOvr>
</p:sld>
</file>

<file path=ppt/slides/slide32.xml><?xml version="1.0" encoding="utf-8"?>
<p:sld xmlns:p="http://schemas.openxmlformats.org/presentationml/2006/main" xmlns:a="http://schemas.openxmlformats.org/drawingml/2006/main">
  <p:cSld>
    <p:bg>
      <p:bgPr>
        <a:solidFill>
          <a:srgbClr val="0A2E4D"/>
        </a:solidFill>
      </p:bgPr>
    </p:bg>
    <p:spTree>
      <p:nvGrpSpPr>
        <p:cNvPr id="1" name=""/>
        <p:cNvGrpSpPr/>
        <p:nvPr/>
      </p:nvGrpSpPr>
      <p:grpSpPr>
        <a:xfrm>
          <a:off x="0" y="0"/>
          <a:ext cx="0" cy="0"/>
          <a:chOff x="0" y="0"/>
          <a:chExt cx="0" cy="0"/>
        </a:xfrm>
      </p:grpSpPr>
      <p:sp>
        <p:nvSpPr>
          <p:cNvPr name="TextBox 2" id="2"/>
          <p:cNvSpPr txBox="true"/>
          <p:nvPr/>
        </p:nvSpPr>
        <p:spPr>
          <a:xfrm rot="0">
            <a:off x="1028700" y="1019175"/>
            <a:ext cx="12599526" cy="1222376"/>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7F0D9"/>
                </a:solidFill>
                <a:latin typeface="ITC Avant Garde Gothic"/>
                <a:ea typeface="ITC Avant Garde Gothic"/>
                <a:cs typeface="ITC Avant Garde Gothic"/>
                <a:sym typeface="ITC Avant Garde Gothic"/>
              </a:rPr>
              <a:t>Class</a:t>
            </a:r>
            <a:r>
              <a:rPr lang="en-US" sz="8000" spc="-240" strike="noStrike" u="none">
                <a:solidFill>
                  <a:srgbClr val="F7F0D9"/>
                </a:solidFill>
                <a:latin typeface="ITC Avant Garde Gothic"/>
                <a:ea typeface="ITC Avant Garde Gothic"/>
                <a:cs typeface="ITC Avant Garde Gothic"/>
                <a:sym typeface="ITC Avant Garde Gothic"/>
              </a:rPr>
              <a:t> </a:t>
            </a:r>
            <a:r>
              <a:rPr lang="en-US" sz="8000" spc="-240" strike="noStrike" u="none">
                <a:solidFill>
                  <a:srgbClr val="F7F0D9"/>
                </a:solidFill>
                <a:latin typeface="ITC Avant Garde Gothic"/>
                <a:ea typeface="ITC Avant Garde Gothic"/>
                <a:cs typeface="ITC Avant Garde Gothic"/>
                <a:sym typeface="ITC Avant Garde Gothic"/>
              </a:rPr>
              <a:t>Diagram </a:t>
            </a:r>
            <a:r>
              <a:rPr lang="en-US" sz="8000" spc="-240" strike="noStrike" u="none">
                <a:solidFill>
                  <a:srgbClr val="F7F0D9"/>
                </a:solidFill>
                <a:latin typeface="ITC Avant Garde Gothic"/>
                <a:ea typeface="ITC Avant Garde Gothic"/>
                <a:cs typeface="ITC Avant Garde Gothic"/>
                <a:sym typeface="ITC Avant Garde Gothic"/>
              </a:rPr>
              <a:t>Overview</a:t>
            </a:r>
          </a:p>
        </p:txBody>
      </p:sp>
      <p:sp>
        <p:nvSpPr>
          <p:cNvPr name="TextBox 3" id="3"/>
          <p:cNvSpPr txBox="true"/>
          <p:nvPr/>
        </p:nvSpPr>
        <p:spPr>
          <a:xfrm rot="0">
            <a:off x="1213716" y="3044237"/>
            <a:ext cx="15711093" cy="3638319"/>
          </a:xfrm>
          <a:prstGeom prst="rect">
            <a:avLst/>
          </a:prstGeom>
        </p:spPr>
        <p:txBody>
          <a:bodyPr anchor="t" rtlCol="false" tIns="0" lIns="0" bIns="0" rIns="0">
            <a:spAutoFit/>
          </a:bodyPr>
          <a:lstStyle/>
          <a:p>
            <a:pPr algn="l" marL="0" indent="0" lvl="0">
              <a:lnSpc>
                <a:spcPts val="5787"/>
              </a:lnSpc>
              <a:spcBef>
                <a:spcPct val="0"/>
              </a:spcBef>
            </a:pPr>
            <a:r>
              <a:rPr lang="en-US" sz="4134">
                <a:solidFill>
                  <a:srgbClr val="F7F0D9"/>
                </a:solidFill>
                <a:latin typeface="TT Fors"/>
                <a:ea typeface="TT Fors"/>
                <a:cs typeface="TT Fors"/>
                <a:sym typeface="TT Fors"/>
              </a:rPr>
              <a:t>Thi</a:t>
            </a:r>
            <a:r>
              <a:rPr lang="en-US" sz="4134" strike="noStrike" u="none">
                <a:solidFill>
                  <a:srgbClr val="F7F0D9"/>
                </a:solidFill>
                <a:latin typeface="TT Fors"/>
                <a:ea typeface="TT Fors"/>
                <a:cs typeface="TT Fors"/>
                <a:sym typeface="TT Fors"/>
              </a:rPr>
              <a:t>s diagram outlines the core classes that form the sim</a:t>
            </a:r>
            <a:r>
              <a:rPr lang="en-US" sz="4134" strike="noStrike" u="none">
                <a:solidFill>
                  <a:srgbClr val="F7F0D9"/>
                </a:solidFill>
                <a:latin typeface="TT Fors"/>
                <a:ea typeface="TT Fors"/>
                <a:cs typeface="TT Fors"/>
                <a:sym typeface="TT Fors"/>
              </a:rPr>
              <a:t>ulator</a:t>
            </a:r>
            <a:r>
              <a:rPr lang="en-US" sz="4134" strike="noStrike" u="none">
                <a:solidFill>
                  <a:srgbClr val="F7F0D9"/>
                </a:solidFill>
                <a:latin typeface="TT Fors"/>
                <a:ea typeface="TT Fors"/>
                <a:cs typeface="TT Fors"/>
                <a:sym typeface="TT Fors"/>
              </a:rPr>
              <a:t>’s structure</a:t>
            </a:r>
            <a:r>
              <a:rPr lang="en-US" sz="4134" strike="noStrike" u="none">
                <a:solidFill>
                  <a:srgbClr val="F7F0D9"/>
                </a:solidFill>
                <a:latin typeface="TT Fors"/>
                <a:ea typeface="TT Fors"/>
                <a:cs typeface="TT Fors"/>
                <a:sym typeface="TT Fors"/>
              </a:rPr>
              <a:t>,</a:t>
            </a:r>
            <a:r>
              <a:rPr lang="en-US" sz="4134" strike="noStrike" u="none">
                <a:solidFill>
                  <a:srgbClr val="F7F0D9"/>
                </a:solidFill>
                <a:latin typeface="TT Fors"/>
                <a:ea typeface="TT Fors"/>
                <a:cs typeface="TT Fors"/>
                <a:sym typeface="TT Fors"/>
              </a:rPr>
              <a:t> highlighting their attributes, operations, and relationships. It provides a clear view of how system components interact and collaborate to deliver the platform’s functionality.</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4449444" y="270525"/>
            <a:ext cx="13268583" cy="9745950"/>
          </a:xfrm>
          <a:custGeom>
            <a:avLst/>
            <a:gdLst/>
            <a:ahLst/>
            <a:cxnLst/>
            <a:rect r="r" b="b" t="t" l="l"/>
            <a:pathLst>
              <a:path h="9745950" w="13268583">
                <a:moveTo>
                  <a:pt x="0" y="0"/>
                </a:moveTo>
                <a:lnTo>
                  <a:pt x="13268583" y="0"/>
                </a:lnTo>
                <a:lnTo>
                  <a:pt x="13268583" y="9745950"/>
                </a:lnTo>
                <a:lnTo>
                  <a:pt x="0" y="9745950"/>
                </a:lnTo>
                <a:lnTo>
                  <a:pt x="0" y="0"/>
                </a:lnTo>
                <a:close/>
              </a:path>
            </a:pathLst>
          </a:custGeom>
          <a:blipFill>
            <a:blip r:embed="rId2"/>
            <a:stretch>
              <a:fillRect l="0" t="0" r="0" b="0"/>
            </a:stretch>
          </a:blipFill>
        </p:spPr>
      </p:sp>
      <p:sp>
        <p:nvSpPr>
          <p:cNvPr name="Freeform 3" id="3"/>
          <p:cNvSpPr/>
          <p:nvPr/>
        </p:nvSpPr>
        <p:spPr>
          <a:xfrm flipH="false" flipV="false" rot="0">
            <a:off x="166637" y="1893226"/>
            <a:ext cx="4032469" cy="7555574"/>
          </a:xfrm>
          <a:custGeom>
            <a:avLst/>
            <a:gdLst/>
            <a:ahLst/>
            <a:cxnLst/>
            <a:rect r="r" b="b" t="t" l="l"/>
            <a:pathLst>
              <a:path h="7555574" w="4032469">
                <a:moveTo>
                  <a:pt x="0" y="0"/>
                </a:moveTo>
                <a:lnTo>
                  <a:pt x="4032469" y="0"/>
                </a:lnTo>
                <a:lnTo>
                  <a:pt x="4032469" y="7555574"/>
                </a:lnTo>
                <a:lnTo>
                  <a:pt x="0" y="7555574"/>
                </a:lnTo>
                <a:lnTo>
                  <a:pt x="0" y="0"/>
                </a:lnTo>
                <a:close/>
              </a:path>
            </a:pathLst>
          </a:custGeom>
          <a:blipFill>
            <a:blip r:embed="rId3"/>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A2E4D"/>
        </a:solidFill>
      </p:bgPr>
    </p:bg>
    <p:spTree>
      <p:nvGrpSpPr>
        <p:cNvPr id="1" name=""/>
        <p:cNvGrpSpPr/>
        <p:nvPr/>
      </p:nvGrpSpPr>
      <p:grpSpPr>
        <a:xfrm>
          <a:off x="0" y="0"/>
          <a:ext cx="0" cy="0"/>
          <a:chOff x="0" y="0"/>
          <a:chExt cx="0" cy="0"/>
        </a:xfrm>
      </p:grpSpPr>
      <p:sp>
        <p:nvSpPr>
          <p:cNvPr name="Freeform 2" id="2"/>
          <p:cNvSpPr/>
          <p:nvPr/>
        </p:nvSpPr>
        <p:spPr>
          <a:xfrm flipH="false" flipV="false" rot="0">
            <a:off x="2145755" y="1879601"/>
            <a:ext cx="14557089" cy="8029641"/>
          </a:xfrm>
          <a:custGeom>
            <a:avLst/>
            <a:gdLst/>
            <a:ahLst/>
            <a:cxnLst/>
            <a:rect r="r" b="b" t="t" l="l"/>
            <a:pathLst>
              <a:path h="8029641" w="14557089">
                <a:moveTo>
                  <a:pt x="0" y="0"/>
                </a:moveTo>
                <a:lnTo>
                  <a:pt x="14557089" y="0"/>
                </a:lnTo>
                <a:lnTo>
                  <a:pt x="14557089" y="8029640"/>
                </a:lnTo>
                <a:lnTo>
                  <a:pt x="0" y="8029640"/>
                </a:lnTo>
                <a:lnTo>
                  <a:pt x="0" y="0"/>
                </a:lnTo>
                <a:close/>
              </a:path>
            </a:pathLst>
          </a:custGeom>
          <a:blipFill>
            <a:blip r:embed="rId2"/>
            <a:stretch>
              <a:fillRect l="-4011" t="-26524" r="-4507" b="-12666"/>
            </a:stretch>
          </a:blipFill>
        </p:spPr>
      </p:sp>
      <p:sp>
        <p:nvSpPr>
          <p:cNvPr name="TextBox 3" id="3"/>
          <p:cNvSpPr txBox="true"/>
          <p:nvPr/>
        </p:nvSpPr>
        <p:spPr>
          <a:xfrm rot="0">
            <a:off x="666750" y="657225"/>
            <a:ext cx="11839558"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7F0D9"/>
                </a:solidFill>
                <a:latin typeface="ITC Avant Garde Gothic"/>
                <a:ea typeface="ITC Avant Garde Gothic"/>
                <a:cs typeface="ITC Avant Garde Gothic"/>
                <a:sym typeface="ITC Avant Garde Gothic"/>
              </a:rPr>
              <a:t>Business</a:t>
            </a:r>
            <a:r>
              <a:rPr lang="en-US" sz="8000" spc="-240" strike="noStrike" u="none">
                <a:solidFill>
                  <a:srgbClr val="F7F0D9"/>
                </a:solidFill>
                <a:latin typeface="ITC Avant Garde Gothic"/>
                <a:ea typeface="ITC Avant Garde Gothic"/>
                <a:cs typeface="ITC Avant Garde Gothic"/>
                <a:sym typeface="ITC Avant Garde Gothic"/>
              </a:rPr>
              <a:t> Model Overview</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7F0D9"/>
        </a:solidFill>
      </p:bgPr>
    </p:bg>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764443" cy="2309817"/>
          </a:xfrm>
        </p:grpSpPr>
        <p:sp>
          <p:nvSpPr>
            <p:cNvPr name="Freeform 3" id="3"/>
            <p:cNvSpPr/>
            <p:nvPr/>
          </p:nvSpPr>
          <p:spPr>
            <a:xfrm flipH="false" flipV="false" rot="0">
              <a:off x="0" y="0"/>
              <a:ext cx="1764443" cy="2309817"/>
            </a:xfrm>
            <a:custGeom>
              <a:avLst/>
              <a:gdLst/>
              <a:ahLst/>
              <a:cxnLst/>
              <a:rect r="r" b="b" t="t" l="l"/>
              <a:pathLst>
                <a:path h="2309817" w="1764443">
                  <a:moveTo>
                    <a:pt x="0" y="0"/>
                  </a:moveTo>
                  <a:lnTo>
                    <a:pt x="1764443" y="0"/>
                  </a:lnTo>
                  <a:lnTo>
                    <a:pt x="1764443" y="2309817"/>
                  </a:lnTo>
                  <a:lnTo>
                    <a:pt x="0" y="2309817"/>
                  </a:lnTo>
                  <a:close/>
                </a:path>
              </a:pathLst>
            </a:custGeom>
            <a:blipFill>
              <a:blip r:embed="rId2"/>
              <a:stretch>
                <a:fillRect l="0" t="-255" r="0" b="-255"/>
              </a:stretch>
            </a:blipFill>
          </p:spPr>
        </p:sp>
      </p:grpSp>
      <p:grpSp>
        <p:nvGrpSpPr>
          <p:cNvPr name="Group 4" id="4"/>
          <p:cNvGrpSpPr/>
          <p:nvPr/>
        </p:nvGrpSpPr>
        <p:grpSpPr>
          <a:xfrm rot="0">
            <a:off x="666750" y="666750"/>
            <a:ext cx="8324850" cy="3171825"/>
            <a:chOff x="0" y="0"/>
            <a:chExt cx="11099800" cy="4229100"/>
          </a:xfrm>
        </p:grpSpPr>
        <p:sp>
          <p:nvSpPr>
            <p:cNvPr name="TextBox 5" id="5"/>
            <p:cNvSpPr txBox="true"/>
            <p:nvPr/>
          </p:nvSpPr>
          <p:spPr>
            <a:xfrm rot="0">
              <a:off x="0" y="-9525"/>
              <a:ext cx="11099800" cy="29728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0A2E4D"/>
                  </a:solidFill>
                  <a:latin typeface="ITC Avant Garde Gothic"/>
                  <a:ea typeface="ITC Avant Garde Gothic"/>
                  <a:cs typeface="ITC Avant Garde Gothic"/>
                  <a:sym typeface="ITC Avant Garde Gothic"/>
                </a:rPr>
                <a:t>Thank You  for your attention</a:t>
              </a:r>
            </a:p>
          </p:txBody>
        </p:sp>
        <p:sp>
          <p:nvSpPr>
            <p:cNvPr name="TextBox 6" id="6"/>
            <p:cNvSpPr txBox="true"/>
            <p:nvPr/>
          </p:nvSpPr>
          <p:spPr>
            <a:xfrm rot="0">
              <a:off x="0" y="3514725"/>
              <a:ext cx="11068284" cy="714375"/>
            </a:xfrm>
            <a:prstGeom prst="rect">
              <a:avLst/>
            </a:prstGeom>
          </p:spPr>
          <p:txBody>
            <a:bodyPr anchor="t" rtlCol="false" tIns="0" lIns="0" bIns="0" rIns="0">
              <a:spAutoFit/>
            </a:bodyPr>
            <a:lstStyle/>
            <a:p>
              <a:pPr algn="l" marL="0" indent="0" lvl="0">
                <a:lnSpc>
                  <a:spcPts val="3839"/>
                </a:lnSpc>
                <a:spcBef>
                  <a:spcPct val="0"/>
                </a:spcBef>
              </a:pPr>
              <a:r>
                <a:rPr lang="en-US" sz="3199" spc="-95">
                  <a:solidFill>
                    <a:srgbClr val="0A2E4D"/>
                  </a:solidFill>
                  <a:latin typeface="ITC Avant Garde Gothic"/>
                  <a:ea typeface="ITC Avant Garde Gothic"/>
                  <a:cs typeface="ITC Avant Garde Gothic"/>
                  <a:sym typeface="ITC Avant Garde Gothic"/>
                </a:rPr>
                <a:t>Th</a:t>
              </a:r>
              <a:r>
                <a:rPr lang="en-US" sz="3199" spc="-95" strike="noStrike" u="none">
                  <a:solidFill>
                    <a:srgbClr val="0A2E4D"/>
                  </a:solidFill>
                  <a:latin typeface="ITC Avant Garde Gothic"/>
                  <a:ea typeface="ITC Avant Garde Gothic"/>
                  <a:cs typeface="ITC Avant Garde Gothic"/>
                  <a:sym typeface="ITC Avant Garde Gothic"/>
                </a:rPr>
                <a:t>an</a:t>
              </a:r>
              <a:r>
                <a:rPr lang="en-US" sz="3199" spc="-95" strike="noStrike" u="none">
                  <a:solidFill>
                    <a:srgbClr val="0A2E4D"/>
                  </a:solidFill>
                  <a:latin typeface="ITC Avant Garde Gothic"/>
                  <a:ea typeface="ITC Avant Garde Gothic"/>
                  <a:cs typeface="ITC Avant Garde Gothic"/>
                  <a:sym typeface="ITC Avant Garde Gothic"/>
                </a:rPr>
                <a:t>k</a:t>
              </a:r>
              <a:r>
                <a:rPr lang="en-US" sz="3199" spc="-95" strike="noStrike" u="none">
                  <a:solidFill>
                    <a:srgbClr val="0A2E4D"/>
                  </a:solidFill>
                  <a:latin typeface="ITC Avant Garde Gothic"/>
                  <a:ea typeface="ITC Avant Garde Gothic"/>
                  <a:cs typeface="ITC Avant Garde Gothic"/>
                  <a:sym typeface="ITC Avant Garde Gothic"/>
                </a:rPr>
                <a:t>s </a:t>
              </a:r>
              <a:r>
                <a:rPr lang="en-US" sz="3199" spc="-95" strike="noStrike" u="none">
                  <a:solidFill>
                    <a:srgbClr val="0A2E4D"/>
                  </a:solidFill>
                  <a:latin typeface="ITC Avant Garde Gothic"/>
                  <a:ea typeface="ITC Avant Garde Gothic"/>
                  <a:cs typeface="ITC Avant Garde Gothic"/>
                  <a:sym typeface="ITC Avant Garde Gothic"/>
                </a:rPr>
                <a:t>f</a:t>
              </a:r>
              <a:r>
                <a:rPr lang="en-US" sz="3199" spc="-95" strike="noStrike" u="none">
                  <a:solidFill>
                    <a:srgbClr val="0A2E4D"/>
                  </a:solidFill>
                  <a:latin typeface="ITC Avant Garde Gothic"/>
                  <a:ea typeface="ITC Avant Garde Gothic"/>
                  <a:cs typeface="ITC Avant Garde Gothic"/>
                  <a:sym typeface="ITC Avant Garde Gothic"/>
                </a:rPr>
                <a:t>o</a:t>
              </a:r>
              <a:r>
                <a:rPr lang="en-US" sz="3199" spc="-95" strike="noStrike" u="none">
                  <a:solidFill>
                    <a:srgbClr val="0A2E4D"/>
                  </a:solidFill>
                  <a:latin typeface="ITC Avant Garde Gothic"/>
                  <a:ea typeface="ITC Avant Garde Gothic"/>
                  <a:cs typeface="ITC Avant Garde Gothic"/>
                  <a:sym typeface="ITC Avant Garde Gothic"/>
                </a:rPr>
                <a:t>r</a:t>
              </a:r>
              <a:r>
                <a:rPr lang="en-US" sz="3199" spc="-95" strike="noStrike" u="none">
                  <a:solidFill>
                    <a:srgbClr val="0A2E4D"/>
                  </a:solidFill>
                  <a:latin typeface="ITC Avant Garde Gothic"/>
                  <a:ea typeface="ITC Avant Garde Gothic"/>
                  <a:cs typeface="ITC Avant Garde Gothic"/>
                  <a:sym typeface="ITC Avant Garde Gothic"/>
                </a:rPr>
                <a:t> </a:t>
              </a:r>
              <a:r>
                <a:rPr lang="en-US" sz="3199" spc="-95" strike="noStrike" u="none">
                  <a:solidFill>
                    <a:srgbClr val="0A2E4D"/>
                  </a:solidFill>
                  <a:latin typeface="ITC Avant Garde Gothic"/>
                  <a:ea typeface="ITC Avant Garde Gothic"/>
                  <a:cs typeface="ITC Avant Garde Gothic"/>
                  <a:sym typeface="ITC Avant Garde Gothic"/>
                </a:rPr>
                <a:t>b</a:t>
              </a:r>
              <a:r>
                <a:rPr lang="en-US" sz="3199" spc="-95" strike="noStrike" u="none">
                  <a:solidFill>
                    <a:srgbClr val="0A2E4D"/>
                  </a:solidFill>
                  <a:latin typeface="ITC Avant Garde Gothic"/>
                  <a:ea typeface="ITC Avant Garde Gothic"/>
                  <a:cs typeface="ITC Avant Garde Gothic"/>
                  <a:sym typeface="ITC Avant Garde Gothic"/>
                </a:rPr>
                <a:t>ei</a:t>
              </a:r>
              <a:r>
                <a:rPr lang="en-US" sz="3199" spc="-95" strike="noStrike" u="none">
                  <a:solidFill>
                    <a:srgbClr val="0A2E4D"/>
                  </a:solidFill>
                  <a:latin typeface="ITC Avant Garde Gothic"/>
                  <a:ea typeface="ITC Avant Garde Gothic"/>
                  <a:cs typeface="ITC Avant Garde Gothic"/>
                  <a:sym typeface="ITC Avant Garde Gothic"/>
                </a:rPr>
                <a:t>ng</a:t>
              </a:r>
              <a:r>
                <a:rPr lang="en-US" sz="3199" spc="-95" strike="noStrike" u="none">
                  <a:solidFill>
                    <a:srgbClr val="0A2E4D"/>
                  </a:solidFill>
                  <a:latin typeface="ITC Avant Garde Gothic"/>
                  <a:ea typeface="ITC Avant Garde Gothic"/>
                  <a:cs typeface="ITC Avant Garde Gothic"/>
                  <a:sym typeface="ITC Avant Garde Gothic"/>
                </a:rPr>
                <a:t> pa</a:t>
              </a:r>
              <a:r>
                <a:rPr lang="en-US" sz="3199" spc="-95" strike="noStrike" u="none">
                  <a:solidFill>
                    <a:srgbClr val="0A2E4D"/>
                  </a:solidFill>
                  <a:latin typeface="ITC Avant Garde Gothic"/>
                  <a:ea typeface="ITC Avant Garde Gothic"/>
                  <a:cs typeface="ITC Avant Garde Gothic"/>
                  <a:sym typeface="ITC Avant Garde Gothic"/>
                </a:rPr>
                <a:t>r</a:t>
              </a:r>
              <a:r>
                <a:rPr lang="en-US" sz="3199" spc="-95" strike="noStrike" u="none">
                  <a:solidFill>
                    <a:srgbClr val="0A2E4D"/>
                  </a:solidFill>
                  <a:latin typeface="ITC Avant Garde Gothic"/>
                  <a:ea typeface="ITC Avant Garde Gothic"/>
                  <a:cs typeface="ITC Avant Garde Gothic"/>
                  <a:sym typeface="ITC Avant Garde Gothic"/>
                </a:rPr>
                <a:t>t</a:t>
              </a:r>
              <a:r>
                <a:rPr lang="en-US" sz="3199" spc="-95" strike="noStrike" u="none">
                  <a:solidFill>
                    <a:srgbClr val="0A2E4D"/>
                  </a:solidFill>
                  <a:latin typeface="ITC Avant Garde Gothic"/>
                  <a:ea typeface="ITC Avant Garde Gothic"/>
                  <a:cs typeface="ITC Avant Garde Gothic"/>
                  <a:sym typeface="ITC Avant Garde Gothic"/>
                </a:rPr>
                <a:t> o</a:t>
              </a:r>
              <a:r>
                <a:rPr lang="en-US" sz="3199" spc="-95" strike="noStrike" u="none">
                  <a:solidFill>
                    <a:srgbClr val="0A2E4D"/>
                  </a:solidFill>
                  <a:latin typeface="ITC Avant Garde Gothic"/>
                  <a:ea typeface="ITC Avant Garde Gothic"/>
                  <a:cs typeface="ITC Avant Garde Gothic"/>
                  <a:sym typeface="ITC Avant Garde Gothic"/>
                </a:rPr>
                <a:t>f</a:t>
              </a:r>
              <a:r>
                <a:rPr lang="en-US" sz="3199" spc="-95" strike="noStrike" u="none">
                  <a:solidFill>
                    <a:srgbClr val="0A2E4D"/>
                  </a:solidFill>
                  <a:latin typeface="ITC Avant Garde Gothic"/>
                  <a:ea typeface="ITC Avant Garde Gothic"/>
                  <a:cs typeface="ITC Avant Garde Gothic"/>
                  <a:sym typeface="ITC Avant Garde Gothic"/>
                </a:rPr>
                <a:t> </a:t>
              </a:r>
              <a:r>
                <a:rPr lang="en-US" sz="3199" spc="-95" strike="noStrike" u="none">
                  <a:solidFill>
                    <a:srgbClr val="0A2E4D"/>
                  </a:solidFill>
                  <a:latin typeface="ITC Avant Garde Gothic"/>
                  <a:ea typeface="ITC Avant Garde Gothic"/>
                  <a:cs typeface="ITC Avant Garde Gothic"/>
                  <a:sym typeface="ITC Avant Garde Gothic"/>
                </a:rPr>
                <a:t>o</a:t>
              </a:r>
              <a:r>
                <a:rPr lang="en-US" sz="3199" spc="-95" strike="noStrike" u="none">
                  <a:solidFill>
                    <a:srgbClr val="0A2E4D"/>
                  </a:solidFill>
                  <a:latin typeface="ITC Avant Garde Gothic"/>
                  <a:ea typeface="ITC Avant Garde Gothic"/>
                  <a:cs typeface="ITC Avant Garde Gothic"/>
                  <a:sym typeface="ITC Avant Garde Gothic"/>
                </a:rPr>
                <a:t>u</a:t>
              </a:r>
              <a:r>
                <a:rPr lang="en-US" sz="3199" spc="-95" strike="noStrike" u="none">
                  <a:solidFill>
                    <a:srgbClr val="0A2E4D"/>
                  </a:solidFill>
                  <a:latin typeface="ITC Avant Garde Gothic"/>
                  <a:ea typeface="ITC Avant Garde Gothic"/>
                  <a:cs typeface="ITC Avant Garde Gothic"/>
                  <a:sym typeface="ITC Avant Garde Gothic"/>
                </a:rPr>
                <a:t>r</a:t>
              </a:r>
              <a:r>
                <a:rPr lang="en-US" sz="3199" spc="-95" strike="noStrike" u="none">
                  <a:solidFill>
                    <a:srgbClr val="0A2E4D"/>
                  </a:solidFill>
                  <a:latin typeface="ITC Avant Garde Gothic"/>
                  <a:ea typeface="ITC Avant Garde Gothic"/>
                  <a:cs typeface="ITC Avant Garde Gothic"/>
                  <a:sym typeface="ITC Avant Garde Gothic"/>
                </a:rPr>
                <a:t> journey</a:t>
              </a:r>
            </a:p>
          </p:txBody>
        </p:sp>
      </p:grpSp>
      <p:grpSp>
        <p:nvGrpSpPr>
          <p:cNvPr name="Group 7" id="7"/>
          <p:cNvGrpSpPr/>
          <p:nvPr/>
        </p:nvGrpSpPr>
        <p:grpSpPr>
          <a:xfrm rot="0">
            <a:off x="-1303343" y="7829550"/>
            <a:ext cx="4846643" cy="1791955"/>
            <a:chOff x="0" y="0"/>
            <a:chExt cx="6462190" cy="2389273"/>
          </a:xfrm>
        </p:grpSpPr>
        <p:sp>
          <p:nvSpPr>
            <p:cNvPr name="Freeform 8" id="8"/>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DAG56l3K81c</dc:identifier>
  <dcterms:modified xsi:type="dcterms:W3CDTF">2011-08-01T06:04:30Z</dcterms:modified>
  <cp:revision>1</cp:revision>
  <dc:title>Egyptian Football League Simulator</dc:title>
</cp:coreProperties>
</file>